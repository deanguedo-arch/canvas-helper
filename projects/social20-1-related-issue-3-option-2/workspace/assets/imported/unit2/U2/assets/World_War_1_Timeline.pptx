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190163" cy="8316913"/>
  <p:notesSz cx="6858000" cy="9144000"/>
  <p:defaultTextStyle>
    <a:defPPr>
      <a:defRPr lang="en-US"/>
    </a:defPPr>
    <a:lvl1pPr marL="0" algn="l" defTabSz="106148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0745" algn="l" defTabSz="106148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1488" algn="l" defTabSz="106148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92234" algn="l" defTabSz="106148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22977" algn="l" defTabSz="106148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53722" algn="l" defTabSz="106148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84466" algn="l" defTabSz="106148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15210" algn="l" defTabSz="106148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45954" algn="l" defTabSz="106148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1560" y="-78"/>
      </p:cViewPr>
      <p:guideLst>
        <p:guide orient="horz" pos="2620"/>
        <p:guide pos="321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263" y="2583636"/>
            <a:ext cx="8661639" cy="178274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525" y="4712919"/>
            <a:ext cx="7133114" cy="21254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307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14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922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229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53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84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15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45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859E-2DAA-497F-A039-9E1D724ED9EC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4E3A-3C8C-4C16-A6F0-DC3A9B84CA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6633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859E-2DAA-497F-A039-9E1D724ED9EC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4E3A-3C8C-4C16-A6F0-DC3A9B84CA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406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953" y="5344386"/>
            <a:ext cx="8661639" cy="1651832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953" y="3525067"/>
            <a:ext cx="8661639" cy="1819324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3074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6148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9223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122977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653722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18446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71521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24595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859E-2DAA-497F-A039-9E1D724ED9EC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4E3A-3C8C-4C16-A6F0-DC3A9B84CA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621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9509" y="1940614"/>
            <a:ext cx="4500655" cy="548877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0000" y="1940614"/>
            <a:ext cx="4500655" cy="548877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859E-2DAA-497F-A039-9E1D724ED9EC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4E3A-3C8C-4C16-A6F0-DC3A9B84CA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9958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9511" y="1861681"/>
            <a:ext cx="4502426" cy="775860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30745" indent="0">
              <a:buNone/>
              <a:defRPr sz="2300" b="1"/>
            </a:lvl2pPr>
            <a:lvl3pPr marL="1061488" indent="0">
              <a:buNone/>
              <a:defRPr sz="2100" b="1"/>
            </a:lvl3pPr>
            <a:lvl4pPr marL="1592234" indent="0">
              <a:buNone/>
              <a:defRPr sz="1800" b="1"/>
            </a:lvl4pPr>
            <a:lvl5pPr marL="2122977" indent="0">
              <a:buNone/>
              <a:defRPr sz="1800" b="1"/>
            </a:lvl5pPr>
            <a:lvl6pPr marL="2653722" indent="0">
              <a:buNone/>
              <a:defRPr sz="1800" b="1"/>
            </a:lvl6pPr>
            <a:lvl7pPr marL="3184466" indent="0">
              <a:buNone/>
              <a:defRPr sz="1800" b="1"/>
            </a:lvl7pPr>
            <a:lvl8pPr marL="3715210" indent="0">
              <a:buNone/>
              <a:defRPr sz="1800" b="1"/>
            </a:lvl8pPr>
            <a:lvl9pPr marL="4245954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511" y="2637539"/>
            <a:ext cx="4502426" cy="4791851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76463" y="1861681"/>
            <a:ext cx="4504194" cy="775860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30745" indent="0">
              <a:buNone/>
              <a:defRPr sz="2300" b="1"/>
            </a:lvl2pPr>
            <a:lvl3pPr marL="1061488" indent="0">
              <a:buNone/>
              <a:defRPr sz="2100" b="1"/>
            </a:lvl3pPr>
            <a:lvl4pPr marL="1592234" indent="0">
              <a:buNone/>
              <a:defRPr sz="1800" b="1"/>
            </a:lvl4pPr>
            <a:lvl5pPr marL="2122977" indent="0">
              <a:buNone/>
              <a:defRPr sz="1800" b="1"/>
            </a:lvl5pPr>
            <a:lvl6pPr marL="2653722" indent="0">
              <a:buNone/>
              <a:defRPr sz="1800" b="1"/>
            </a:lvl6pPr>
            <a:lvl7pPr marL="3184466" indent="0">
              <a:buNone/>
              <a:defRPr sz="1800" b="1"/>
            </a:lvl7pPr>
            <a:lvl8pPr marL="3715210" indent="0">
              <a:buNone/>
              <a:defRPr sz="1800" b="1"/>
            </a:lvl8pPr>
            <a:lvl9pPr marL="4245954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76463" y="2637539"/>
            <a:ext cx="4504194" cy="4791851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859E-2DAA-497F-A039-9E1D724ED9EC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4E3A-3C8C-4C16-A6F0-DC3A9B84CA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5796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859E-2DAA-497F-A039-9E1D724ED9EC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4E3A-3C8C-4C16-A6F0-DC3A9B84CA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2695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859E-2DAA-497F-A039-9E1D724ED9EC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4E3A-3C8C-4C16-A6F0-DC3A9B84CA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678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510" y="331136"/>
            <a:ext cx="3352494" cy="1409255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4073" y="331138"/>
            <a:ext cx="5696585" cy="7098255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9510" y="1740393"/>
            <a:ext cx="3352494" cy="5689001"/>
          </a:xfrm>
        </p:spPr>
        <p:txBody>
          <a:bodyPr/>
          <a:lstStyle>
            <a:lvl1pPr marL="0" indent="0">
              <a:buNone/>
              <a:defRPr sz="1700"/>
            </a:lvl1pPr>
            <a:lvl2pPr marL="530745" indent="0">
              <a:buNone/>
              <a:defRPr sz="1400"/>
            </a:lvl2pPr>
            <a:lvl3pPr marL="1061488" indent="0">
              <a:buNone/>
              <a:defRPr sz="1200"/>
            </a:lvl3pPr>
            <a:lvl4pPr marL="1592234" indent="0">
              <a:buNone/>
              <a:defRPr sz="1000"/>
            </a:lvl4pPr>
            <a:lvl5pPr marL="2122977" indent="0">
              <a:buNone/>
              <a:defRPr sz="1000"/>
            </a:lvl5pPr>
            <a:lvl6pPr marL="2653722" indent="0">
              <a:buNone/>
              <a:defRPr sz="1000"/>
            </a:lvl6pPr>
            <a:lvl7pPr marL="3184466" indent="0">
              <a:buNone/>
              <a:defRPr sz="1000"/>
            </a:lvl7pPr>
            <a:lvl8pPr marL="3715210" indent="0">
              <a:buNone/>
              <a:defRPr sz="1000"/>
            </a:lvl8pPr>
            <a:lvl9pPr marL="4245954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859E-2DAA-497F-A039-9E1D724ED9EC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4E3A-3C8C-4C16-A6F0-DC3A9B84CA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920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7344" y="5821840"/>
            <a:ext cx="6114098" cy="687302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7344" y="743133"/>
            <a:ext cx="6114098" cy="4990148"/>
          </a:xfrm>
        </p:spPr>
        <p:txBody>
          <a:bodyPr/>
          <a:lstStyle>
            <a:lvl1pPr marL="0" indent="0">
              <a:buNone/>
              <a:defRPr sz="3700"/>
            </a:lvl1pPr>
            <a:lvl2pPr marL="530745" indent="0">
              <a:buNone/>
              <a:defRPr sz="3200"/>
            </a:lvl2pPr>
            <a:lvl3pPr marL="1061488" indent="0">
              <a:buNone/>
              <a:defRPr sz="2700"/>
            </a:lvl3pPr>
            <a:lvl4pPr marL="1592234" indent="0">
              <a:buNone/>
              <a:defRPr sz="2300"/>
            </a:lvl4pPr>
            <a:lvl5pPr marL="2122977" indent="0">
              <a:buNone/>
              <a:defRPr sz="2300"/>
            </a:lvl5pPr>
            <a:lvl6pPr marL="2653722" indent="0">
              <a:buNone/>
              <a:defRPr sz="2300"/>
            </a:lvl6pPr>
            <a:lvl7pPr marL="3184466" indent="0">
              <a:buNone/>
              <a:defRPr sz="2300"/>
            </a:lvl7pPr>
            <a:lvl8pPr marL="3715210" indent="0">
              <a:buNone/>
              <a:defRPr sz="2300"/>
            </a:lvl8pPr>
            <a:lvl9pPr marL="4245954" indent="0">
              <a:buNone/>
              <a:defRPr sz="23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7344" y="6509142"/>
            <a:ext cx="6114098" cy="976081"/>
          </a:xfrm>
        </p:spPr>
        <p:txBody>
          <a:bodyPr/>
          <a:lstStyle>
            <a:lvl1pPr marL="0" indent="0">
              <a:buNone/>
              <a:defRPr sz="1700"/>
            </a:lvl1pPr>
            <a:lvl2pPr marL="530745" indent="0">
              <a:buNone/>
              <a:defRPr sz="1400"/>
            </a:lvl2pPr>
            <a:lvl3pPr marL="1061488" indent="0">
              <a:buNone/>
              <a:defRPr sz="1200"/>
            </a:lvl3pPr>
            <a:lvl4pPr marL="1592234" indent="0">
              <a:buNone/>
              <a:defRPr sz="1000"/>
            </a:lvl4pPr>
            <a:lvl5pPr marL="2122977" indent="0">
              <a:buNone/>
              <a:defRPr sz="1000"/>
            </a:lvl5pPr>
            <a:lvl6pPr marL="2653722" indent="0">
              <a:buNone/>
              <a:defRPr sz="1000"/>
            </a:lvl6pPr>
            <a:lvl7pPr marL="3184466" indent="0">
              <a:buNone/>
              <a:defRPr sz="1000"/>
            </a:lvl7pPr>
            <a:lvl8pPr marL="3715210" indent="0">
              <a:buNone/>
              <a:defRPr sz="1000"/>
            </a:lvl8pPr>
            <a:lvl9pPr marL="4245954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859E-2DAA-497F-A039-9E1D724ED9EC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4E3A-3C8C-4C16-A6F0-DC3A9B84CA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8057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859E-2DAA-497F-A039-9E1D724ED9EC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4E3A-3C8C-4C16-A6F0-DC3A9B84CA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1421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87871" y="333067"/>
            <a:ext cx="2292787" cy="709632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9509" y="333067"/>
            <a:ext cx="6708525" cy="70963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859E-2DAA-497F-A039-9E1D724ED9EC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4E3A-3C8C-4C16-A6F0-DC3A9B84CA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4408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9511" y="333065"/>
            <a:ext cx="9171147" cy="1386153"/>
          </a:xfrm>
          <a:prstGeom prst="rect">
            <a:avLst/>
          </a:prstGeom>
        </p:spPr>
        <p:txBody>
          <a:bodyPr vert="horz" lIns="106149" tIns="53074" rIns="106149" bIns="5307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9511" y="1940614"/>
            <a:ext cx="9171147" cy="5488778"/>
          </a:xfrm>
          <a:prstGeom prst="rect">
            <a:avLst/>
          </a:prstGeom>
        </p:spPr>
        <p:txBody>
          <a:bodyPr vert="horz" lIns="106149" tIns="53074" rIns="106149" bIns="5307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9511" y="7708550"/>
            <a:ext cx="2377706" cy="442799"/>
          </a:xfrm>
          <a:prstGeom prst="rect">
            <a:avLst/>
          </a:prstGeom>
        </p:spPr>
        <p:txBody>
          <a:bodyPr vert="horz" lIns="106149" tIns="53074" rIns="106149" bIns="5307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6859E-2DAA-497F-A039-9E1D724ED9EC}" type="datetimeFigureOut">
              <a:rPr lang="en-CA" smtClean="0"/>
              <a:t>19/09/2019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1641" y="7708550"/>
            <a:ext cx="3226884" cy="442799"/>
          </a:xfrm>
          <a:prstGeom prst="rect">
            <a:avLst/>
          </a:prstGeom>
        </p:spPr>
        <p:txBody>
          <a:bodyPr vert="horz" lIns="106149" tIns="53074" rIns="106149" bIns="5307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02953" y="7708550"/>
            <a:ext cx="2377706" cy="442799"/>
          </a:xfrm>
          <a:prstGeom prst="rect">
            <a:avLst/>
          </a:prstGeom>
        </p:spPr>
        <p:txBody>
          <a:bodyPr vert="horz" lIns="106149" tIns="53074" rIns="106149" bIns="5307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B4E3A-3C8C-4C16-A6F0-DC3A9B84CA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601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61488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8058" indent="-398058" algn="l" defTabSz="1061488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62460" indent="-331715" algn="l" defTabSz="1061488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26860" indent="-265372" algn="l" defTabSz="1061488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57604" indent="-265372" algn="l" defTabSz="1061488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88348" indent="-265372" algn="l" defTabSz="1061488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19093" indent="-265372" algn="l" defTabSz="1061488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9838" indent="-265372" algn="l" defTabSz="1061488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80582" indent="-265372" algn="l" defTabSz="1061488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11326" indent="-265372" algn="l" defTabSz="1061488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14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0745" algn="l" defTabSz="10614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1488" algn="l" defTabSz="10614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92234" algn="l" defTabSz="10614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22977" algn="l" defTabSz="10614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53722" algn="l" defTabSz="10614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84466" algn="l" defTabSz="10614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15210" algn="l" defTabSz="10614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45954" algn="l" defTabSz="10614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World War 1 Timeline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80108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49"/>
    </mc:Choice>
    <mc:Fallback>
      <p:transition spd="slow" advTm="1649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tgangelakis\Desktop\Flash\SS20-1 Flash\U2\WWITimeline1870-19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201276" cy="831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371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79"/>
    </mc:Choice>
    <mc:Fallback>
      <p:transition spd="slow" advTm="4979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tgangelakis\Desktop\Flash\SS20-1 Flash\U2\WWITimeline187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" y="0"/>
            <a:ext cx="10183813" cy="8297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909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755"/>
    </mc:Choice>
    <mc:Fallback>
      <p:transition spd="slow" advTm="18755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tgangelakis\Desktop\Flash\SS20-1 Flash\U2\WWITimeline188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836" y="29831"/>
            <a:ext cx="10201276" cy="83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639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487"/>
    </mc:Choice>
    <mc:Fallback>
      <p:transition spd="slow" advTm="1048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tgangelakis\Desktop\Flash\SS20-1 Flash\U2\WWITimeline188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611"/>
            <a:ext cx="10191751" cy="83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071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797"/>
    </mc:Choice>
    <mc:Fallback>
      <p:transition spd="slow" advTm="1379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tgangelakis\Desktop\Flash\SS20-1 Flash\U2\WWITimeline1900-19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11113"/>
            <a:ext cx="10201276" cy="83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751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842"/>
    </mc:Choice>
    <mc:Fallback>
      <p:transition spd="slow" advTm="22842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tgangelakis\Desktop\Flash\SS20-1 Flash\U2\WWITimeline189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355"/>
            <a:ext cx="10210800" cy="83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734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1"/>
    </mc:Choice>
    <mc:Fallback>
      <p:transition spd="slow" advTm="700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tgangelakis\Desktop\Flash\SS20-1 Flash\U2\WWITimeline190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3851"/>
            <a:ext cx="10210800" cy="831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641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497"/>
    </mc:Choice>
    <mc:Fallback>
      <p:transition spd="slow" advTm="1049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tgangelakis\Desktop\Flash\SS20-1 Flash\U2\WWITimeline190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38" y="0"/>
            <a:ext cx="10210801" cy="83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9653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746"/>
    </mc:Choice>
    <mc:Fallback>
      <p:transition spd="slow" advTm="14746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tgangelakis\Desktop\Flash\SS20-1 Flash\U2\WWITimeline19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37" y="11112"/>
            <a:ext cx="10210800" cy="830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9086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39"/>
    </mc:Choice>
    <mc:Fallback>
      <p:transition spd="slow" advTm="9039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tgangelakis\Desktop\Flash\SS20-1 Flash\U2\WWITimeline1914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9" y="1588"/>
            <a:ext cx="10210801" cy="831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4338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547"/>
    </mc:Choice>
    <mc:Fallback>
      <p:transition spd="slow" advTm="4854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C:\Users\tgangelakis\Desktop\Flash\SS20-1 Flash\U2\WWITimeline1914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" y="-13999"/>
            <a:ext cx="10209213" cy="830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32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445"/>
    </mc:Choice>
    <mc:Fallback>
      <p:transition spd="slow" advTm="37445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tgangelakis\Desktop\Flash\SS20-1 Flash\U2\WWITimeline1914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39" y="1587"/>
            <a:ext cx="10210801" cy="8315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186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736"/>
    </mc:Choice>
    <mc:Fallback>
      <p:transition spd="slow" advTm="49736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5" name="Picture 5" descr="C:\Users\tgangelakis\Desktop\Flash\SS20-1 Flash\U2\WWITimeline1915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3175"/>
            <a:ext cx="10209213" cy="831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847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796"/>
    </mc:Choice>
    <mc:Fallback>
      <p:transition spd="slow" advTm="35796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C:\Users\tgangelakis\Desktop\Flash\SS20-1 Flash\U2\WWITimeline1915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502" y="12701"/>
            <a:ext cx="10209213" cy="8304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902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697"/>
    </mc:Choice>
    <mc:Fallback>
      <p:transition spd="slow" advTm="24697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 descr="C:\Users\tgangelakis\Desktop\Flash\SS20-1 Flash\U2\WWITimeline1916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4" y="22225"/>
            <a:ext cx="10199688" cy="829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989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979"/>
    </mc:Choice>
    <mc:Fallback>
      <p:transition spd="slow" advTm="22979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3" descr="C:\Users\tgangelakis\Desktop\Flash\SS20-1 Flash\U2\WWITimeline1916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" y="0"/>
            <a:ext cx="10218738" cy="830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425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739"/>
    </mc:Choice>
    <mc:Fallback>
      <p:transition spd="slow" advTm="33739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\Users\tgangelakis\Desktop\Flash\SS20-1 Flash\U2\WWITimeline1917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13"/>
            <a:ext cx="10201276" cy="83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083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620"/>
    </mc:Choice>
    <mc:Fallback>
      <p:transition spd="slow" advTm="3462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3" descr="C:\Users\tgangelakis\Desktop\Flash\SS20-1 Flash\U2\WWITimeline1917vim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" y="13319"/>
            <a:ext cx="10218738" cy="8323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267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959"/>
    </mc:Choice>
    <mc:Fallback>
      <p:transition spd="slow" advTm="10959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\Users\tgangelakis\Desktop\Flash\SS20-1 Flash\U2\WWITimeline1917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" y="1588"/>
            <a:ext cx="10201275" cy="831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383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285"/>
    </mc:Choice>
    <mc:Fallback>
      <p:transition spd="slow" advTm="31285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:\Users\tgangelakis\Desktop\Flash\SS20-1 Flash\U2\WWITimeline1918-1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0191751" cy="829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40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95"/>
    </mc:Choice>
    <mc:Fallback>
      <p:transition spd="slow" advTm="5195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\Users\tgangelakis\Desktop\Flash\SS20-1 Flash\U2\WWITimeline1918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" y="-7937"/>
            <a:ext cx="10201275" cy="832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871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069"/>
    </mc:Choice>
    <mc:Fallback>
      <p:transition spd="slow" advTm="33069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Users\tgangelakis\Desktop\Flash\SS20-1 Flash\U2\WWITimeline1918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210800" cy="831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311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313"/>
    </mc:Choice>
    <mc:Fallback>
      <p:transition spd="slow" advTm="25313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Users\tgangelakis\Desktop\Flash\SS20-1 Flash\U2\WWITimeline191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201275" cy="83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908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397"/>
    </mc:Choice>
    <mc:Fallback>
      <p:transition spd="slow" advTm="32397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Custom</PresentationFormat>
  <Paragraphs>1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World War 1 Timeline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Calgary Board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War 1 Timeline</dc:title>
  <dc:creator>Thomas G Angelakis</dc:creator>
  <cp:lastModifiedBy>Thomas G Angelakis</cp:lastModifiedBy>
  <cp:revision>7</cp:revision>
  <dcterms:created xsi:type="dcterms:W3CDTF">2019-09-19T22:13:49Z</dcterms:created>
  <dcterms:modified xsi:type="dcterms:W3CDTF">2019-09-19T23:18:53Z</dcterms:modified>
</cp:coreProperties>
</file>