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33263" cy="6372225"/>
  <p:notesSz cx="6858000" cy="9144000"/>
  <p:defaultTextStyle>
    <a:defPPr>
      <a:defRPr lang="en-US"/>
    </a:defPPr>
    <a:lvl1pPr marL="0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1875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03750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55624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07498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59373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11248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63122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14997" algn="l" defTabSz="9037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570" y="-96"/>
      </p:cViewPr>
      <p:guideLst>
        <p:guide orient="horz" pos="2008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9996" y="1979521"/>
            <a:ext cx="10313273" cy="13658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9991" y="3610928"/>
            <a:ext cx="8493284" cy="162845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1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3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5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7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59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1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3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14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087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277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445" y="4094747"/>
            <a:ext cx="10313273" cy="1265595"/>
          </a:xfrm>
        </p:spPr>
        <p:txBody>
          <a:bodyPr anchor="t"/>
          <a:lstStyle>
            <a:lvl1pPr algn="l">
              <a:defRPr sz="39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8445" y="2700821"/>
            <a:ext cx="10313273" cy="139392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18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37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56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07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593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12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31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1499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554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4696" y="1327548"/>
            <a:ext cx="7509563" cy="375400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56481" y="1327548"/>
            <a:ext cx="7511669" cy="375400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276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664" y="255186"/>
            <a:ext cx="10919937" cy="106203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665" y="1426376"/>
            <a:ext cx="5360965" cy="59444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1875" indent="0">
              <a:buNone/>
              <a:defRPr sz="2000" b="1"/>
            </a:lvl2pPr>
            <a:lvl3pPr marL="903750" indent="0">
              <a:buNone/>
              <a:defRPr sz="1800" b="1"/>
            </a:lvl3pPr>
            <a:lvl4pPr marL="1355624" indent="0">
              <a:buNone/>
              <a:defRPr sz="1600" b="1"/>
            </a:lvl4pPr>
            <a:lvl5pPr marL="1807498" indent="0">
              <a:buNone/>
              <a:defRPr sz="1600" b="1"/>
            </a:lvl5pPr>
            <a:lvl6pPr marL="2259373" indent="0">
              <a:buNone/>
              <a:defRPr sz="1600" b="1"/>
            </a:lvl6pPr>
            <a:lvl7pPr marL="2711248" indent="0">
              <a:buNone/>
              <a:defRPr sz="1600" b="1"/>
            </a:lvl7pPr>
            <a:lvl8pPr marL="3163122" indent="0">
              <a:buNone/>
              <a:defRPr sz="1600" b="1"/>
            </a:lvl8pPr>
            <a:lvl9pPr marL="3614997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665" y="2020822"/>
            <a:ext cx="5360965" cy="36714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3529" y="1426376"/>
            <a:ext cx="5363071" cy="59444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1875" indent="0">
              <a:buNone/>
              <a:defRPr sz="2000" b="1"/>
            </a:lvl2pPr>
            <a:lvl3pPr marL="903750" indent="0">
              <a:buNone/>
              <a:defRPr sz="1800" b="1"/>
            </a:lvl3pPr>
            <a:lvl4pPr marL="1355624" indent="0">
              <a:buNone/>
              <a:defRPr sz="1600" b="1"/>
            </a:lvl4pPr>
            <a:lvl5pPr marL="1807498" indent="0">
              <a:buNone/>
              <a:defRPr sz="1600" b="1"/>
            </a:lvl5pPr>
            <a:lvl6pPr marL="2259373" indent="0">
              <a:buNone/>
              <a:defRPr sz="1600" b="1"/>
            </a:lvl6pPr>
            <a:lvl7pPr marL="2711248" indent="0">
              <a:buNone/>
              <a:defRPr sz="1600" b="1"/>
            </a:lvl7pPr>
            <a:lvl8pPr marL="3163122" indent="0">
              <a:buNone/>
              <a:defRPr sz="1600" b="1"/>
            </a:lvl8pPr>
            <a:lvl9pPr marL="3614997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3529" y="2020822"/>
            <a:ext cx="5363071" cy="36714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736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18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5383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664" y="253711"/>
            <a:ext cx="3991761" cy="1079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770" y="253710"/>
            <a:ext cx="6782831" cy="5438518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6664" y="1333448"/>
            <a:ext cx="3991761" cy="4358779"/>
          </a:xfrm>
        </p:spPr>
        <p:txBody>
          <a:bodyPr/>
          <a:lstStyle>
            <a:lvl1pPr marL="0" indent="0">
              <a:buNone/>
              <a:defRPr sz="1400"/>
            </a:lvl1pPr>
            <a:lvl2pPr marL="451875" indent="0">
              <a:buNone/>
              <a:defRPr sz="1200"/>
            </a:lvl2pPr>
            <a:lvl3pPr marL="903750" indent="0">
              <a:buNone/>
              <a:defRPr sz="1000"/>
            </a:lvl3pPr>
            <a:lvl4pPr marL="1355624" indent="0">
              <a:buNone/>
              <a:defRPr sz="900"/>
            </a:lvl4pPr>
            <a:lvl5pPr marL="1807498" indent="0">
              <a:buNone/>
              <a:defRPr sz="900"/>
            </a:lvl5pPr>
            <a:lvl6pPr marL="2259373" indent="0">
              <a:buNone/>
              <a:defRPr sz="900"/>
            </a:lvl6pPr>
            <a:lvl7pPr marL="2711248" indent="0">
              <a:buNone/>
              <a:defRPr sz="900"/>
            </a:lvl7pPr>
            <a:lvl8pPr marL="3163122" indent="0">
              <a:buNone/>
              <a:defRPr sz="900"/>
            </a:lvl8pPr>
            <a:lvl9pPr marL="361499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24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8206" y="4460558"/>
            <a:ext cx="7279958" cy="52659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78206" y="569371"/>
            <a:ext cx="7279958" cy="3823335"/>
          </a:xfrm>
        </p:spPr>
        <p:txBody>
          <a:bodyPr/>
          <a:lstStyle>
            <a:lvl1pPr marL="0" indent="0">
              <a:buNone/>
              <a:defRPr sz="3100"/>
            </a:lvl1pPr>
            <a:lvl2pPr marL="451875" indent="0">
              <a:buNone/>
              <a:defRPr sz="2700"/>
            </a:lvl2pPr>
            <a:lvl3pPr marL="903750" indent="0">
              <a:buNone/>
              <a:defRPr sz="2400"/>
            </a:lvl3pPr>
            <a:lvl4pPr marL="1355624" indent="0">
              <a:buNone/>
              <a:defRPr sz="2000"/>
            </a:lvl4pPr>
            <a:lvl5pPr marL="1807498" indent="0">
              <a:buNone/>
              <a:defRPr sz="2000"/>
            </a:lvl5pPr>
            <a:lvl6pPr marL="2259373" indent="0">
              <a:buNone/>
              <a:defRPr sz="2000"/>
            </a:lvl6pPr>
            <a:lvl7pPr marL="2711248" indent="0">
              <a:buNone/>
              <a:defRPr sz="2000"/>
            </a:lvl7pPr>
            <a:lvl8pPr marL="3163122" indent="0">
              <a:buNone/>
              <a:defRPr sz="2000"/>
            </a:lvl8pPr>
            <a:lvl9pPr marL="3614997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78206" y="4987152"/>
            <a:ext cx="7279958" cy="747851"/>
          </a:xfrm>
        </p:spPr>
        <p:txBody>
          <a:bodyPr/>
          <a:lstStyle>
            <a:lvl1pPr marL="0" indent="0">
              <a:buNone/>
              <a:defRPr sz="1400"/>
            </a:lvl1pPr>
            <a:lvl2pPr marL="451875" indent="0">
              <a:buNone/>
              <a:defRPr sz="1200"/>
            </a:lvl2pPr>
            <a:lvl3pPr marL="903750" indent="0">
              <a:buNone/>
              <a:defRPr sz="1000"/>
            </a:lvl3pPr>
            <a:lvl4pPr marL="1355624" indent="0">
              <a:buNone/>
              <a:defRPr sz="900"/>
            </a:lvl4pPr>
            <a:lvl5pPr marL="1807498" indent="0">
              <a:buNone/>
              <a:defRPr sz="900"/>
            </a:lvl5pPr>
            <a:lvl6pPr marL="2259373" indent="0">
              <a:buNone/>
              <a:defRPr sz="900"/>
            </a:lvl6pPr>
            <a:lvl7pPr marL="2711248" indent="0">
              <a:buNone/>
              <a:defRPr sz="900"/>
            </a:lvl7pPr>
            <a:lvl8pPr marL="3163122" indent="0">
              <a:buNone/>
              <a:defRPr sz="900"/>
            </a:lvl8pPr>
            <a:lvl9pPr marL="361499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737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182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63865" y="227159"/>
            <a:ext cx="3804283" cy="485439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4695" y="227159"/>
            <a:ext cx="11216949" cy="485439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005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6664" y="255186"/>
            <a:ext cx="10919937" cy="1062037"/>
          </a:xfrm>
          <a:prstGeom prst="rect">
            <a:avLst/>
          </a:prstGeom>
        </p:spPr>
        <p:txBody>
          <a:bodyPr vert="horz" lIns="90375" tIns="45187" rIns="90375" bIns="45187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664" y="1486854"/>
            <a:ext cx="10919937" cy="4205374"/>
          </a:xfrm>
          <a:prstGeom prst="rect">
            <a:avLst/>
          </a:prstGeom>
        </p:spPr>
        <p:txBody>
          <a:bodyPr vert="horz" lIns="90375" tIns="45187" rIns="90375" bIns="4518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64" y="5906110"/>
            <a:ext cx="2831095" cy="339261"/>
          </a:xfrm>
          <a:prstGeom prst="rect">
            <a:avLst/>
          </a:prstGeom>
        </p:spPr>
        <p:txBody>
          <a:bodyPr vert="horz" lIns="90375" tIns="45187" rIns="90375" bIns="4518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55FE5-B05B-4B79-8983-0C6DD3FDD3EF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45532" y="5906110"/>
            <a:ext cx="3842200" cy="339261"/>
          </a:xfrm>
          <a:prstGeom prst="rect">
            <a:avLst/>
          </a:prstGeom>
        </p:spPr>
        <p:txBody>
          <a:bodyPr vert="horz" lIns="90375" tIns="45187" rIns="90375" bIns="4518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5505" y="5906110"/>
            <a:ext cx="2831095" cy="339261"/>
          </a:xfrm>
          <a:prstGeom prst="rect">
            <a:avLst/>
          </a:prstGeom>
        </p:spPr>
        <p:txBody>
          <a:bodyPr vert="horz" lIns="90375" tIns="45187" rIns="90375" bIns="4518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4B00C-8AD6-4D77-BA85-7C3217F89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75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03750" rtl="0" eaLnBrk="1" latinLnBrk="0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8906" indent="-338906" algn="l" defTabSz="903750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34296" indent="-282422" algn="l" defTabSz="90375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129686" indent="-225937" algn="l" defTabSz="9037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1561" indent="-225937" algn="l" defTabSz="90375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436" indent="-225937" algn="l" defTabSz="90375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5311" indent="-225937" algn="l" defTabSz="9037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37185" indent="-225937" algn="l" defTabSz="9037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89059" indent="-225937" algn="l" defTabSz="9037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40934" indent="-225937" algn="l" defTabSz="9037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1875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3750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5624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7498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9373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1248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3122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14997" algn="l" defTabSz="9037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4183" y="1673944"/>
            <a:ext cx="7404183" cy="28513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CA" sz="6000" dirty="0" smtClean="0"/>
              <a:t>National Interests</a:t>
            </a:r>
          </a:p>
          <a:p>
            <a:pPr marL="0" indent="0" algn="ctr">
              <a:buNone/>
            </a:pPr>
            <a:r>
              <a:rPr lang="en-CA" sz="6000" dirty="0" smtClean="0"/>
              <a:t>And World War 1</a:t>
            </a:r>
          </a:p>
        </p:txBody>
      </p:sp>
    </p:spTree>
    <p:extLst>
      <p:ext uri="{BB962C8B-B14F-4D97-AF65-F5344CB8AC3E}">
        <p14:creationId xmlns:p14="http://schemas.microsoft.com/office/powerpoint/2010/main" val="4156404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4"/>
    </mc:Choice>
    <mc:Fallback>
      <p:transition spd="slow" advTm="155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tgangelakis\Desktop\Flash\SS20-1 Flash\U2\NationalInterests\NationalInterests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100"/>
            <a:ext cx="12163426" cy="641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259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597"/>
    </mc:Choice>
    <mc:Fallback>
      <p:transition spd="slow" advTm="3059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gangelakis\Desktop\Flash\SS20-1 Flash\U2\NationalInterests\NationalInterests0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12163425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77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65"/>
    </mc:Choice>
    <mc:Fallback>
      <p:transition spd="slow" advTm="1096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tgangelakis\Desktop\Flash\SS20-1 Flash\U2\NationalInterests\NationalInterests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4089" y="0"/>
            <a:ext cx="13040596" cy="637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344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87"/>
    </mc:Choice>
    <mc:Fallback>
      <p:transition spd="slow" advTm="478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tgangelakis\Desktop\Flash\SS20-1 Flash\U2\NationalInterests\NationalInterests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12153900" cy="63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121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163"/>
    </mc:Choice>
    <mc:Fallback>
      <p:transition spd="slow" advTm="21163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tgangelakis\Desktop\Flash\SS20-1 Flash\U2\NationalInterests\NationalInterests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2476" cy="63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407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28"/>
    </mc:Choice>
    <mc:Fallback>
      <p:transition spd="slow" advTm="26828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tgangelakis\Desktop\Flash\SS20-1 Flash\U2\NationalInterests\NationalInterests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88" y="0"/>
            <a:ext cx="12172951" cy="637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143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097"/>
    </mc:Choice>
    <mc:Fallback>
      <p:transition spd="slow" advTm="3909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tgangelakis\Desktop\Flash\SS20-1 Flash\U2\NationalInterests\NationalInterests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62" y="-34175"/>
            <a:ext cx="12163425" cy="641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779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64"/>
    </mc:Choice>
    <mc:Fallback>
      <p:transition spd="slow" advTm="16764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tgangelakis\Desktop\Flash\SS20-1 Flash\U2\NationalInterests\NationalInterests0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090"/>
            <a:ext cx="12163425" cy="636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410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392"/>
    </mc:Choice>
    <mc:Fallback>
      <p:transition spd="slow" advTm="35392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tgangelakis\Desktop\Flash\SS20-1 Flash\U2\NationalInterests\NationalInterests0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1"/>
            <a:ext cx="12172950" cy="639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373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96"/>
    </mc:Choice>
    <mc:Fallback>
      <p:transition spd="slow" advTm="10896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tgangelakis\Desktop\Flash\SS20-1 Flash\U2\NationalInterests\NationalInterests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143"/>
            <a:ext cx="12182475" cy="641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47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59"/>
    </mc:Choice>
    <mc:Fallback>
      <p:transition spd="slow" advTm="15059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tgangelakis\Desktop\Flash\SS20-1 Flash\U2\NationalInterests\NationalInterests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58" y="-28575"/>
            <a:ext cx="1217295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917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78"/>
    </mc:Choice>
    <mc:Fallback>
      <p:transition spd="slow" advTm="7378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tgangelakis\Desktop\Flash\SS20-1 Flash\U2\NationalInterests\NationalInterests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" y="0"/>
            <a:ext cx="12163425" cy="636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563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207"/>
    </mc:Choice>
    <mc:Fallback>
      <p:transition spd="slow" advTm="22207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tgangelakis\Desktop\Flash\SS20-1 Flash\U2\NationalInterests\NationalInterests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12163426" cy="63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647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2"/>
    </mc:Choice>
    <mc:Fallback>
      <p:transition spd="slow" advTm="2682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Custom</PresentationFormat>
  <Paragraphs>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Calgary Board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G Angelakis</dc:creator>
  <cp:lastModifiedBy>Thomas G Angelakis</cp:lastModifiedBy>
  <cp:revision>4</cp:revision>
  <dcterms:created xsi:type="dcterms:W3CDTF">2019-09-19T23:55:41Z</dcterms:created>
  <dcterms:modified xsi:type="dcterms:W3CDTF">2019-09-20T00:27:42Z</dcterms:modified>
</cp:coreProperties>
</file>