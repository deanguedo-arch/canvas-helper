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2359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58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552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617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30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667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53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588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275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534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240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747E6-42C0-4952-874C-DD49F309B516}" type="datetimeFigureOut">
              <a:rPr lang="en-CA" smtClean="0"/>
              <a:t>17/09/2019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BC70-7B51-4945-8EA2-83D8B55181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161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6" name="Picture 2" descr="C:\Users\tgangelakis\Desktop\Flash\SS20-1 Flash\U1\FranceBeforeRevp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904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70"/>
    </mc:Choice>
    <mc:Fallback>
      <p:transition spd="slow" advTm="447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tgangelakis\Desktop\Flash\SS20-1 Flash\U1\FranceBeforeRevp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318"/>
            <a:ext cx="9143287" cy="687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461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08"/>
    </mc:Choice>
    <mc:Fallback>
      <p:transition spd="slow" advTm="10508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tgangelakis\Desktop\Flash\SS20-1 Flash\U1\FranceBeforeRevp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440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197"/>
    </mc:Choice>
    <mc:Fallback>
      <p:transition spd="slow" advTm="2519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tgangelakis\Desktop\Flash\SS20-1 Flash\U1\FranceBeforeRevp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311" y="-22092"/>
            <a:ext cx="9178312" cy="688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689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584"/>
    </mc:Choice>
    <mc:Fallback>
      <p:transition spd="slow" advTm="21584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tgangelakis\Desktop\Flash\SS20-1 Flash\U1\FranceBeforeRevp0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68" y="0"/>
            <a:ext cx="9176468" cy="691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958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74"/>
    </mc:Choice>
    <mc:Fallback>
      <p:transition spd="slow" advTm="19274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tgangelakis\Desktop\Flash\SS20-1 Flash\U1\FranceBeforeRevp05_0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289"/>
            <a:ext cx="9193145" cy="685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648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43"/>
    </mc:Choice>
    <mc:Fallback>
      <p:transition spd="slow" advTm="15443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tgangelakis\Desktop\Flash\SS20-1 Flash\U1\FranceBeforeRevp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58"/>
            <a:ext cx="9144000" cy="710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40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534"/>
    </mc:Choice>
    <mc:Fallback>
      <p:transition spd="slow" advTm="39534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tgangelakis\Desktop\Flash\SS20-1 Flash\U1\FranceBeforeRevp0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818" y="-25540"/>
            <a:ext cx="9170818" cy="704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86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965"/>
    </mc:Choice>
    <mc:Fallback>
      <p:transition spd="slow" advTm="2296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smtClean="0"/>
              <a:t>Terms encountered in the presentation</a:t>
            </a:r>
          </a:p>
          <a:p>
            <a:endParaRPr lang="en-CA" dirty="0" smtClean="0"/>
          </a:p>
          <a:p>
            <a:r>
              <a:rPr lang="en-CA" dirty="0" smtClean="0"/>
              <a:t>Estates General: a general assembly of representatives of the three estates that formed French society before the revolution in 1789.</a:t>
            </a:r>
          </a:p>
          <a:p>
            <a:endParaRPr lang="en-CA" dirty="0" smtClean="0"/>
          </a:p>
          <a:p>
            <a:r>
              <a:rPr lang="en-CA" dirty="0" err="1" smtClean="0"/>
              <a:t>privelege</a:t>
            </a:r>
            <a:r>
              <a:rPr lang="en-CA" dirty="0" smtClean="0"/>
              <a:t>: exemptions or special rights assigned to the First and Second Estates (for example, exclusion from most taxation and the right to attend the Royal Court).</a:t>
            </a:r>
          </a:p>
          <a:p>
            <a:endParaRPr lang="en-CA" dirty="0" smtClean="0"/>
          </a:p>
          <a:p>
            <a:r>
              <a:rPr lang="en-CA" dirty="0" err="1" smtClean="0"/>
              <a:t>taille</a:t>
            </a:r>
            <a:r>
              <a:rPr lang="en-CA" dirty="0" smtClean="0"/>
              <a:t>: a tax levied by the King, approximately 10% of earnings.</a:t>
            </a:r>
          </a:p>
          <a:p>
            <a:r>
              <a:rPr lang="en-CA" dirty="0" err="1" smtClean="0"/>
              <a:t>corvee</a:t>
            </a:r>
            <a:r>
              <a:rPr lang="en-CA" dirty="0" smtClean="0"/>
              <a:t>: a wine tax. </a:t>
            </a:r>
          </a:p>
          <a:p>
            <a:r>
              <a:rPr lang="en-CA" dirty="0" err="1" smtClean="0"/>
              <a:t>gabelle</a:t>
            </a:r>
            <a:r>
              <a:rPr lang="en-CA" dirty="0" smtClean="0"/>
              <a:t>: a salt tax.</a:t>
            </a:r>
          </a:p>
          <a:p>
            <a:endParaRPr lang="en-CA" dirty="0" smtClean="0"/>
          </a:p>
          <a:p>
            <a:r>
              <a:rPr lang="en-CA" dirty="0" smtClean="0"/>
              <a:t>scientific method: steps to investigate a problem - 1) identify the problem; 2) apply the experimental conditions; analyze the changes.</a:t>
            </a:r>
          </a:p>
          <a:p>
            <a:endParaRPr lang="en-CA" dirty="0" smtClean="0"/>
          </a:p>
          <a:p>
            <a:r>
              <a:rPr lang="en-CA" dirty="0" smtClean="0"/>
              <a:t>reason: a method of thinking that follows a scientific, logical approach.</a:t>
            </a:r>
          </a:p>
          <a:p>
            <a:endParaRPr lang="en-CA" dirty="0" smtClean="0"/>
          </a:p>
          <a:p>
            <a:r>
              <a:rPr lang="en-CA" dirty="0" smtClean="0"/>
              <a:t>natural laws: observable laws of interaction between people, animals, plants and the environment and that are applied to how individuals in society interact.</a:t>
            </a:r>
          </a:p>
          <a:p>
            <a:endParaRPr lang="en-CA" dirty="0" smtClean="0"/>
          </a:p>
          <a:p>
            <a:r>
              <a:rPr lang="en-CA" dirty="0" smtClean="0"/>
              <a:t>salon: a location where </a:t>
            </a:r>
            <a:r>
              <a:rPr lang="en-CA" dirty="0" err="1" smtClean="0"/>
              <a:t>philisophes</a:t>
            </a:r>
            <a:r>
              <a:rPr lang="en-CA" dirty="0" smtClean="0"/>
              <a:t> were invited to share their ideas in an audience of influential members of society (often the actual living rooms of influential women in society).</a:t>
            </a:r>
          </a:p>
          <a:p>
            <a:endParaRPr lang="en-CA" dirty="0" smtClean="0"/>
          </a:p>
          <a:p>
            <a:r>
              <a:rPr lang="en-CA" dirty="0" smtClean="0"/>
              <a:t>intellectuals/</a:t>
            </a:r>
            <a:r>
              <a:rPr lang="en-CA" dirty="0" err="1" smtClean="0"/>
              <a:t>philisophes</a:t>
            </a:r>
            <a:r>
              <a:rPr lang="en-CA" dirty="0" smtClean="0"/>
              <a:t>: writers and philosophers who expressed ideas about how society should operate.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27564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Calgary Board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G Angelakis</dc:creator>
  <cp:lastModifiedBy>Thomas G Angelakis</cp:lastModifiedBy>
  <cp:revision>4</cp:revision>
  <dcterms:created xsi:type="dcterms:W3CDTF">2019-09-17T16:56:09Z</dcterms:created>
  <dcterms:modified xsi:type="dcterms:W3CDTF">2019-09-17T20:06:18Z</dcterms:modified>
</cp:coreProperties>
</file>