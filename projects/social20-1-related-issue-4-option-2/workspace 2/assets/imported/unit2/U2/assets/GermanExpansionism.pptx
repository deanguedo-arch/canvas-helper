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4284663" cy="3708400"/>
  <p:notesSz cx="6858000" cy="9144000"/>
  <p:defaultTextStyle>
    <a:defPPr>
      <a:defRPr lang="en-US"/>
    </a:defPPr>
    <a:lvl1pPr marL="0" algn="l" defTabSz="45667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228337" algn="l" defTabSz="45667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56674" algn="l" defTabSz="45667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685010" algn="l" defTabSz="45667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913348" algn="l" defTabSz="45667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141685" algn="l" defTabSz="45667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1370022" algn="l" defTabSz="45667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1598359" algn="l" defTabSz="45667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1826695" algn="l" defTabSz="45667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8" d="100"/>
          <a:sy n="128" d="100"/>
        </p:scale>
        <p:origin x="-1818" y="-84"/>
      </p:cViewPr>
      <p:guideLst>
        <p:guide orient="horz" pos="1168"/>
        <p:guide pos="135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1350" y="1152009"/>
            <a:ext cx="3641963" cy="79490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700" y="2101427"/>
            <a:ext cx="2999265" cy="94770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283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56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850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13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41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700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983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26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261C-7F01-4A9A-AD74-7C30F7389CC1}" type="datetimeFigureOut">
              <a:rPr lang="en-CA" smtClean="0"/>
              <a:t>24/09/2019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0BBEB-3F07-4AF7-8906-9BF4093754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8485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261C-7F01-4A9A-AD74-7C30F7389CC1}" type="datetimeFigureOut">
              <a:rPr lang="en-CA" smtClean="0"/>
              <a:t>24/09/2019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0BBEB-3F07-4AF7-8906-9BF4093754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56692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461" y="2382992"/>
            <a:ext cx="3641963" cy="736529"/>
          </a:xfrm>
        </p:spPr>
        <p:txBody>
          <a:bodyPr anchor="t"/>
          <a:lstStyle>
            <a:lvl1pPr algn="l">
              <a:defRPr sz="21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8461" y="1571778"/>
            <a:ext cx="3641963" cy="811213"/>
          </a:xfrm>
        </p:spPr>
        <p:txBody>
          <a:bodyPr anchor="b"/>
          <a:lstStyle>
            <a:lvl1pPr marL="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  <a:lvl2pPr marL="22833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5667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8501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13348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141685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370022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598359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826695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261C-7F01-4A9A-AD74-7C30F7389CC1}" type="datetimeFigureOut">
              <a:rPr lang="en-CA" smtClean="0"/>
              <a:t>24/09/2019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0BBEB-3F07-4AF7-8906-9BF4093754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8398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4234" y="865294"/>
            <a:ext cx="1892393" cy="2447372"/>
          </a:xfrm>
        </p:spPr>
        <p:txBody>
          <a:bodyPr/>
          <a:lstStyle>
            <a:lvl1pPr>
              <a:defRPr sz="15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78038" y="865294"/>
            <a:ext cx="1892393" cy="2447372"/>
          </a:xfrm>
        </p:spPr>
        <p:txBody>
          <a:bodyPr/>
          <a:lstStyle>
            <a:lvl1pPr>
              <a:defRPr sz="15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261C-7F01-4A9A-AD74-7C30F7389CC1}" type="datetimeFigureOut">
              <a:rPr lang="en-CA" smtClean="0"/>
              <a:t>24/09/2019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0BBEB-3F07-4AF7-8906-9BF4093754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5120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4234" y="830099"/>
            <a:ext cx="1893138" cy="34594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337" indent="0">
              <a:buNone/>
              <a:defRPr sz="1000" b="1"/>
            </a:lvl2pPr>
            <a:lvl3pPr marL="456674" indent="0">
              <a:buNone/>
              <a:defRPr sz="900" b="1"/>
            </a:lvl3pPr>
            <a:lvl4pPr marL="685010" indent="0">
              <a:buNone/>
              <a:defRPr sz="800" b="1"/>
            </a:lvl4pPr>
            <a:lvl5pPr marL="913348" indent="0">
              <a:buNone/>
              <a:defRPr sz="800" b="1"/>
            </a:lvl5pPr>
            <a:lvl6pPr marL="1141685" indent="0">
              <a:buNone/>
              <a:defRPr sz="800" b="1"/>
            </a:lvl6pPr>
            <a:lvl7pPr marL="1370022" indent="0">
              <a:buNone/>
              <a:defRPr sz="800" b="1"/>
            </a:lvl7pPr>
            <a:lvl8pPr marL="1598359" indent="0">
              <a:buNone/>
              <a:defRPr sz="800" b="1"/>
            </a:lvl8pPr>
            <a:lvl9pPr marL="1826695" indent="0">
              <a:buNone/>
              <a:defRPr sz="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4234" y="1176044"/>
            <a:ext cx="1893138" cy="2136622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76550" y="830099"/>
            <a:ext cx="1893880" cy="34594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337" indent="0">
              <a:buNone/>
              <a:defRPr sz="1000" b="1"/>
            </a:lvl2pPr>
            <a:lvl3pPr marL="456674" indent="0">
              <a:buNone/>
              <a:defRPr sz="900" b="1"/>
            </a:lvl3pPr>
            <a:lvl4pPr marL="685010" indent="0">
              <a:buNone/>
              <a:defRPr sz="800" b="1"/>
            </a:lvl4pPr>
            <a:lvl5pPr marL="913348" indent="0">
              <a:buNone/>
              <a:defRPr sz="800" b="1"/>
            </a:lvl5pPr>
            <a:lvl6pPr marL="1141685" indent="0">
              <a:buNone/>
              <a:defRPr sz="800" b="1"/>
            </a:lvl6pPr>
            <a:lvl7pPr marL="1370022" indent="0">
              <a:buNone/>
              <a:defRPr sz="800" b="1"/>
            </a:lvl7pPr>
            <a:lvl8pPr marL="1598359" indent="0">
              <a:buNone/>
              <a:defRPr sz="800" b="1"/>
            </a:lvl8pPr>
            <a:lvl9pPr marL="1826695" indent="0">
              <a:buNone/>
              <a:defRPr sz="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76550" y="1176044"/>
            <a:ext cx="1893880" cy="2136622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261C-7F01-4A9A-AD74-7C30F7389CC1}" type="datetimeFigureOut">
              <a:rPr lang="en-CA" smtClean="0"/>
              <a:t>24/09/2019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0BBEB-3F07-4AF7-8906-9BF4093754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94283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261C-7F01-4A9A-AD74-7C30F7389CC1}" type="datetimeFigureOut">
              <a:rPr lang="en-CA" smtClean="0"/>
              <a:t>24/09/2019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0BBEB-3F07-4AF7-8906-9BF4093754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456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261C-7F01-4A9A-AD74-7C30F7389CC1}" type="datetimeFigureOut">
              <a:rPr lang="en-CA" smtClean="0"/>
              <a:t>24/09/2019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0BBEB-3F07-4AF7-8906-9BF4093754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1953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34" y="147649"/>
            <a:ext cx="1409625" cy="628368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5185" y="147650"/>
            <a:ext cx="2395245" cy="3165017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4234" y="776017"/>
            <a:ext cx="1409625" cy="2536648"/>
          </a:xfrm>
        </p:spPr>
        <p:txBody>
          <a:bodyPr/>
          <a:lstStyle>
            <a:lvl1pPr marL="0" indent="0">
              <a:buNone/>
              <a:defRPr sz="700"/>
            </a:lvl1pPr>
            <a:lvl2pPr marL="228337" indent="0">
              <a:buNone/>
              <a:defRPr sz="600"/>
            </a:lvl2pPr>
            <a:lvl3pPr marL="456674" indent="0">
              <a:buNone/>
              <a:defRPr sz="600"/>
            </a:lvl3pPr>
            <a:lvl4pPr marL="685010" indent="0">
              <a:buNone/>
              <a:defRPr sz="500"/>
            </a:lvl4pPr>
            <a:lvl5pPr marL="913348" indent="0">
              <a:buNone/>
              <a:defRPr sz="500"/>
            </a:lvl5pPr>
            <a:lvl6pPr marL="1141685" indent="0">
              <a:buNone/>
              <a:defRPr sz="500"/>
            </a:lvl6pPr>
            <a:lvl7pPr marL="1370022" indent="0">
              <a:buNone/>
              <a:defRPr sz="500"/>
            </a:lvl7pPr>
            <a:lvl8pPr marL="1598359" indent="0">
              <a:buNone/>
              <a:defRPr sz="500"/>
            </a:lvl8pPr>
            <a:lvl9pPr marL="1826695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261C-7F01-4A9A-AD74-7C30F7389CC1}" type="datetimeFigureOut">
              <a:rPr lang="en-CA" smtClean="0"/>
              <a:t>24/09/2019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0BBEB-3F07-4AF7-8906-9BF4093754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1507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25" y="2595880"/>
            <a:ext cx="2570798" cy="306458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9825" y="331353"/>
            <a:ext cx="2570798" cy="2225040"/>
          </a:xfrm>
        </p:spPr>
        <p:txBody>
          <a:bodyPr/>
          <a:lstStyle>
            <a:lvl1pPr marL="0" indent="0">
              <a:buNone/>
              <a:defRPr sz="1600"/>
            </a:lvl1pPr>
            <a:lvl2pPr marL="228337" indent="0">
              <a:buNone/>
              <a:defRPr sz="1500"/>
            </a:lvl2pPr>
            <a:lvl3pPr marL="456674" indent="0">
              <a:buNone/>
              <a:defRPr sz="1200"/>
            </a:lvl3pPr>
            <a:lvl4pPr marL="685010" indent="0">
              <a:buNone/>
              <a:defRPr sz="1000"/>
            </a:lvl4pPr>
            <a:lvl5pPr marL="913348" indent="0">
              <a:buNone/>
              <a:defRPr sz="1000"/>
            </a:lvl5pPr>
            <a:lvl6pPr marL="1141685" indent="0">
              <a:buNone/>
              <a:defRPr sz="1000"/>
            </a:lvl6pPr>
            <a:lvl7pPr marL="1370022" indent="0">
              <a:buNone/>
              <a:defRPr sz="1000"/>
            </a:lvl7pPr>
            <a:lvl8pPr marL="1598359" indent="0">
              <a:buNone/>
              <a:defRPr sz="1000"/>
            </a:lvl8pPr>
            <a:lvl9pPr marL="1826695" indent="0">
              <a:buNone/>
              <a:defRPr sz="1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25" y="2902338"/>
            <a:ext cx="2570798" cy="435222"/>
          </a:xfrm>
        </p:spPr>
        <p:txBody>
          <a:bodyPr/>
          <a:lstStyle>
            <a:lvl1pPr marL="0" indent="0">
              <a:buNone/>
              <a:defRPr sz="700"/>
            </a:lvl1pPr>
            <a:lvl2pPr marL="228337" indent="0">
              <a:buNone/>
              <a:defRPr sz="600"/>
            </a:lvl2pPr>
            <a:lvl3pPr marL="456674" indent="0">
              <a:buNone/>
              <a:defRPr sz="600"/>
            </a:lvl3pPr>
            <a:lvl4pPr marL="685010" indent="0">
              <a:buNone/>
              <a:defRPr sz="500"/>
            </a:lvl4pPr>
            <a:lvl5pPr marL="913348" indent="0">
              <a:buNone/>
              <a:defRPr sz="500"/>
            </a:lvl5pPr>
            <a:lvl6pPr marL="1141685" indent="0">
              <a:buNone/>
              <a:defRPr sz="500"/>
            </a:lvl6pPr>
            <a:lvl7pPr marL="1370022" indent="0">
              <a:buNone/>
              <a:defRPr sz="500"/>
            </a:lvl7pPr>
            <a:lvl8pPr marL="1598359" indent="0">
              <a:buNone/>
              <a:defRPr sz="500"/>
            </a:lvl8pPr>
            <a:lvl9pPr marL="1826695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261C-7F01-4A9A-AD74-7C30F7389CC1}" type="datetimeFigureOut">
              <a:rPr lang="en-CA" smtClean="0"/>
              <a:t>24/09/2019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0BBEB-3F07-4AF7-8906-9BF4093754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796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261C-7F01-4A9A-AD74-7C30F7389CC1}" type="datetimeFigureOut">
              <a:rPr lang="en-CA" smtClean="0"/>
              <a:t>24/09/2019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0BBEB-3F07-4AF7-8906-9BF4093754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9421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06381" y="148509"/>
            <a:ext cx="964050" cy="316415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4235" y="148509"/>
            <a:ext cx="2820736" cy="316415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261C-7F01-4A9A-AD74-7C30F7389CC1}" type="datetimeFigureOut">
              <a:rPr lang="en-CA" smtClean="0"/>
              <a:t>24/09/2019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0BBEB-3F07-4AF7-8906-9BF4093754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2835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4233" y="148509"/>
            <a:ext cx="3856197" cy="618067"/>
          </a:xfrm>
          <a:prstGeom prst="rect">
            <a:avLst/>
          </a:prstGeom>
        </p:spPr>
        <p:txBody>
          <a:bodyPr vert="horz" lIns="45667" tIns="22834" rIns="45667" bIns="2283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4233" y="865294"/>
            <a:ext cx="3856197" cy="2447372"/>
          </a:xfrm>
          <a:prstGeom prst="rect">
            <a:avLst/>
          </a:prstGeom>
        </p:spPr>
        <p:txBody>
          <a:bodyPr vert="horz" lIns="45667" tIns="22834" rIns="45667" bIns="2283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4235" y="3437138"/>
            <a:ext cx="999756" cy="197439"/>
          </a:xfrm>
          <a:prstGeom prst="rect">
            <a:avLst/>
          </a:prstGeom>
        </p:spPr>
        <p:txBody>
          <a:bodyPr vert="horz" lIns="45667" tIns="22834" rIns="45667" bIns="22834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A261C-7F01-4A9A-AD74-7C30F7389CC1}" type="datetimeFigureOut">
              <a:rPr lang="en-CA" smtClean="0"/>
              <a:t>24/09/2019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63927" y="3437138"/>
            <a:ext cx="1356810" cy="197439"/>
          </a:xfrm>
          <a:prstGeom prst="rect">
            <a:avLst/>
          </a:prstGeom>
        </p:spPr>
        <p:txBody>
          <a:bodyPr vert="horz" lIns="45667" tIns="22834" rIns="45667" bIns="22834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70675" y="3437138"/>
            <a:ext cx="999756" cy="197439"/>
          </a:xfrm>
          <a:prstGeom prst="rect">
            <a:avLst/>
          </a:prstGeom>
        </p:spPr>
        <p:txBody>
          <a:bodyPr vert="horz" lIns="45667" tIns="22834" rIns="45667" bIns="22834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0BBEB-3F07-4AF7-8906-9BF4093754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807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6674" rtl="0" eaLnBrk="1" latinLnBrk="0" hangingPunct="1">
        <a:spcBef>
          <a:spcPct val="0"/>
        </a:spcBef>
        <a:buNone/>
        <a:defRPr sz="2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253" indent="-171253" algn="l" defTabSz="456674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048" indent="-142712" algn="l" defTabSz="456674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570843" indent="-114168" algn="l" defTabSz="456674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99180" indent="-114168" algn="l" defTabSz="456674" rtl="0" eaLnBrk="1" latinLnBrk="0" hangingPunct="1">
        <a:spcBef>
          <a:spcPct val="20000"/>
        </a:spcBef>
        <a:buFont typeface="Arial" panose="020B0604020202020204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7516" indent="-114168" algn="l" defTabSz="456674" rtl="0" eaLnBrk="1" latinLnBrk="0" hangingPunct="1">
        <a:spcBef>
          <a:spcPct val="20000"/>
        </a:spcBef>
        <a:buFont typeface="Arial" panose="020B0604020202020204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5853" indent="-114168" algn="l" defTabSz="456674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190" indent="-114168" algn="l" defTabSz="456674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2527" indent="-114168" algn="l" defTabSz="456674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0864" indent="-114168" algn="l" defTabSz="456674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6674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337" algn="l" defTabSz="456674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6674" algn="l" defTabSz="456674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010" algn="l" defTabSz="456674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3348" algn="l" defTabSz="456674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1685" algn="l" defTabSz="456674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022" algn="l" defTabSz="456674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598359" algn="l" defTabSz="456674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6695" algn="l" defTabSz="456674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1350" y="1152008"/>
            <a:ext cx="3641963" cy="1130507"/>
          </a:xfrm>
        </p:spPr>
        <p:txBody>
          <a:bodyPr>
            <a:normAutofit fontScale="90000"/>
          </a:bodyPr>
          <a:lstStyle/>
          <a:p>
            <a:r>
              <a:rPr lang="en-CA" dirty="0" smtClean="0"/>
              <a:t>German Expansionism Between World War I and World War II (Interwar Period)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28613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80"/>
    </mc:Choice>
    <mc:Fallback>
      <p:transition spd="slow" advTm="278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C:\Users\tgangelakis\Desktop\Flash\SS20-1 Flash\U2\InterwarNationalInterests\GerExp193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" y="0"/>
            <a:ext cx="428625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30163" y="1782192"/>
            <a:ext cx="20154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 smtClean="0">
                <a:solidFill>
                  <a:schemeClr val="bg1"/>
                </a:solidFill>
              </a:rPr>
              <a:t>Germany in 1933</a:t>
            </a:r>
            <a:endParaRPr lang="en-CA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087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44"/>
    </mc:Choice>
    <mc:Fallback>
      <p:transition spd="slow" advTm="3244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tgangelakis\Desktop\Flash\SS20-1 Flash\U2\InterwarNationalInterests\GerExp193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352925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566267" y="1494160"/>
            <a:ext cx="35824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 smtClean="0">
                <a:solidFill>
                  <a:schemeClr val="bg1"/>
                </a:solidFill>
              </a:rPr>
              <a:t>Remilitarized in 1936</a:t>
            </a:r>
            <a:endParaRPr lang="en-CA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7054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327"/>
    </mc:Choice>
    <mc:Fallback>
      <p:transition spd="slow" advTm="14327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tgangelakis\Desktop\Flash\SS20-1 Flash\U2\InterwarNationalInterests\GerExp193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4925"/>
            <a:ext cx="4324351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0" y="2934320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 smtClean="0">
                <a:solidFill>
                  <a:schemeClr val="bg1"/>
                </a:solidFill>
              </a:rPr>
              <a:t>Annexations in 1938</a:t>
            </a:r>
            <a:endParaRPr lang="en-CA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189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788"/>
    </mc:Choice>
    <mc:Fallback>
      <p:transition spd="slow" advTm="28788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tgangelakis\Desktop\Flash\SS20-1 Flash\U2\InterwarNationalInterests\GerExp193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377" y="-34925"/>
            <a:ext cx="434340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-15471" y="2934320"/>
            <a:ext cx="352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 smtClean="0">
                <a:solidFill>
                  <a:schemeClr val="bg1"/>
                </a:solidFill>
              </a:rPr>
              <a:t>Satellite States March 1939</a:t>
            </a:r>
            <a:endParaRPr lang="en-CA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7826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112"/>
    </mc:Choice>
    <mc:Fallback>
      <p:transition spd="slow" advTm="8112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tgangelakis\Desktop\Flash\SS20-1 Flash\U2\InterwarNationalInterests\GerExp1939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6625"/>
            <a:ext cx="4324350" cy="409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62211" y="113081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 smtClean="0">
                <a:solidFill>
                  <a:schemeClr val="bg1"/>
                </a:solidFill>
              </a:rPr>
              <a:t>Conquered by Germany 1939</a:t>
            </a:r>
            <a:endParaRPr lang="en-CA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37341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561"/>
    </mc:Choice>
    <mc:Fallback>
      <p:transition spd="slow" advTm="1556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tgangelakis\Desktop\Flash\SS20-1 Flash\U2\InterwarNationalInterests\GerExp1939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02" y="0"/>
            <a:ext cx="4324350" cy="375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25159" y="1926208"/>
            <a:ext cx="3816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 smtClean="0">
                <a:solidFill>
                  <a:schemeClr val="bg1"/>
                </a:solidFill>
              </a:rPr>
              <a:t>Annexed by the Soviet Union 1939</a:t>
            </a:r>
            <a:endParaRPr lang="en-CA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54708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499"/>
    </mc:Choice>
    <mc:Fallback>
      <p:transition spd="slow" advTm="10499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Custom</PresentationFormat>
  <Paragraphs>7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German Expansionism Between World War I and World War II (Interwar Period)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Calgary Board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German Expansionism Between World War I and World War II (Interwar Period)</dc:title>
  <dc:creator>Thomas G Angelakis</dc:creator>
  <cp:lastModifiedBy>Thomas G Angelakis</cp:lastModifiedBy>
  <cp:revision>4</cp:revision>
  <dcterms:created xsi:type="dcterms:W3CDTF">2019-09-24T15:49:24Z</dcterms:created>
  <dcterms:modified xsi:type="dcterms:W3CDTF">2019-09-24T17:51:16Z</dcterms:modified>
</cp:coreProperties>
</file>