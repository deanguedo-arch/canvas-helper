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721850" cy="7632700"/>
  <p:notesSz cx="6858000" cy="9144000"/>
  <p:defaultTextStyle>
    <a:defPPr>
      <a:defRPr lang="en-US"/>
    </a:defPPr>
    <a:lvl1pPr marL="0" algn="l" defTabSz="98524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2625" algn="l" defTabSz="98524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85249" algn="l" defTabSz="98524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77874" algn="l" defTabSz="98524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70499" algn="l" defTabSz="98524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63123" algn="l" defTabSz="98524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55748" algn="l" defTabSz="98524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48372" algn="l" defTabSz="98524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40997" algn="l" defTabSz="98524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482" y="-78"/>
      </p:cViewPr>
      <p:guideLst>
        <p:guide orient="horz" pos="2405"/>
        <p:guide pos="30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146" y="2371088"/>
            <a:ext cx="8263571" cy="163608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8279" y="4325198"/>
            <a:ext cx="6805296" cy="195057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2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52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778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704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63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55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48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409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72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240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64" y="4904723"/>
            <a:ext cx="8263571" cy="1515938"/>
          </a:xfrm>
        </p:spPr>
        <p:txBody>
          <a:bodyPr anchor="t"/>
          <a:lstStyle>
            <a:lvl1pPr algn="l">
              <a:defRPr sz="43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964" y="3235065"/>
            <a:ext cx="8263571" cy="166965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262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8524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7787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7049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6312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5574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4837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409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167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39" y="2056597"/>
            <a:ext cx="4482853" cy="5819933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2923" y="2056597"/>
            <a:ext cx="4484540" cy="5819933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950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94" y="305662"/>
            <a:ext cx="8749666" cy="127211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098" y="1708530"/>
            <a:ext cx="4295505" cy="71203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92625" indent="0">
              <a:buNone/>
              <a:defRPr sz="2200" b="1"/>
            </a:lvl2pPr>
            <a:lvl3pPr marL="985249" indent="0">
              <a:buNone/>
              <a:defRPr sz="2000" b="1"/>
            </a:lvl3pPr>
            <a:lvl4pPr marL="1477874" indent="0">
              <a:buNone/>
              <a:defRPr sz="1700" b="1"/>
            </a:lvl4pPr>
            <a:lvl5pPr marL="1970499" indent="0">
              <a:buNone/>
              <a:defRPr sz="1700" b="1"/>
            </a:lvl5pPr>
            <a:lvl6pPr marL="2463123" indent="0">
              <a:buNone/>
              <a:defRPr sz="1700" b="1"/>
            </a:lvl6pPr>
            <a:lvl7pPr marL="2955748" indent="0">
              <a:buNone/>
              <a:defRPr sz="1700" b="1"/>
            </a:lvl7pPr>
            <a:lvl8pPr marL="3448372" indent="0">
              <a:buNone/>
              <a:defRPr sz="1700" b="1"/>
            </a:lvl8pPr>
            <a:lvl9pPr marL="394099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98" y="2420555"/>
            <a:ext cx="4295505" cy="439763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8570" y="1708530"/>
            <a:ext cx="4297192" cy="71203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92625" indent="0">
              <a:buNone/>
              <a:defRPr sz="2200" b="1"/>
            </a:lvl2pPr>
            <a:lvl3pPr marL="985249" indent="0">
              <a:buNone/>
              <a:defRPr sz="2000" b="1"/>
            </a:lvl3pPr>
            <a:lvl4pPr marL="1477874" indent="0">
              <a:buNone/>
              <a:defRPr sz="1700" b="1"/>
            </a:lvl4pPr>
            <a:lvl5pPr marL="1970499" indent="0">
              <a:buNone/>
              <a:defRPr sz="1700" b="1"/>
            </a:lvl5pPr>
            <a:lvl6pPr marL="2463123" indent="0">
              <a:buNone/>
              <a:defRPr sz="1700" b="1"/>
            </a:lvl6pPr>
            <a:lvl7pPr marL="2955748" indent="0">
              <a:buNone/>
              <a:defRPr sz="1700" b="1"/>
            </a:lvl7pPr>
            <a:lvl8pPr marL="3448372" indent="0">
              <a:buNone/>
              <a:defRPr sz="1700" b="1"/>
            </a:lvl8pPr>
            <a:lvl9pPr marL="394099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8570" y="2420555"/>
            <a:ext cx="4297192" cy="439763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506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4001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809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96" y="303901"/>
            <a:ext cx="3198422" cy="1293319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976" y="303895"/>
            <a:ext cx="5434784" cy="6514298"/>
          </a:xfrm>
        </p:spPr>
        <p:txBody>
          <a:bodyPr/>
          <a:lstStyle>
            <a:lvl1pPr>
              <a:defRPr sz="34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096" y="1597213"/>
            <a:ext cx="3198422" cy="5220980"/>
          </a:xfrm>
        </p:spPr>
        <p:txBody>
          <a:bodyPr/>
          <a:lstStyle>
            <a:lvl1pPr marL="0" indent="0">
              <a:buNone/>
              <a:defRPr sz="1500"/>
            </a:lvl1pPr>
            <a:lvl2pPr marL="492625" indent="0">
              <a:buNone/>
              <a:defRPr sz="1300"/>
            </a:lvl2pPr>
            <a:lvl3pPr marL="985249" indent="0">
              <a:buNone/>
              <a:defRPr sz="1100"/>
            </a:lvl3pPr>
            <a:lvl4pPr marL="1477874" indent="0">
              <a:buNone/>
              <a:defRPr sz="1000"/>
            </a:lvl4pPr>
            <a:lvl5pPr marL="1970499" indent="0">
              <a:buNone/>
              <a:defRPr sz="1000"/>
            </a:lvl5pPr>
            <a:lvl6pPr marL="2463123" indent="0">
              <a:buNone/>
              <a:defRPr sz="1000"/>
            </a:lvl6pPr>
            <a:lvl7pPr marL="2955748" indent="0">
              <a:buNone/>
              <a:defRPr sz="1000"/>
            </a:lvl7pPr>
            <a:lvl8pPr marL="3448372" indent="0">
              <a:buNone/>
              <a:defRPr sz="1000"/>
            </a:lvl8pPr>
            <a:lvl9pPr marL="3940997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499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553" y="5342897"/>
            <a:ext cx="5833110" cy="630758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5553" y="682003"/>
            <a:ext cx="5833110" cy="4579620"/>
          </a:xfrm>
        </p:spPr>
        <p:txBody>
          <a:bodyPr/>
          <a:lstStyle>
            <a:lvl1pPr marL="0" indent="0">
              <a:buNone/>
              <a:defRPr sz="3400"/>
            </a:lvl1pPr>
            <a:lvl2pPr marL="492625" indent="0">
              <a:buNone/>
              <a:defRPr sz="3000"/>
            </a:lvl2pPr>
            <a:lvl3pPr marL="985249" indent="0">
              <a:buNone/>
              <a:defRPr sz="2500"/>
            </a:lvl3pPr>
            <a:lvl4pPr marL="1477874" indent="0">
              <a:buNone/>
              <a:defRPr sz="2200"/>
            </a:lvl4pPr>
            <a:lvl5pPr marL="1970499" indent="0">
              <a:buNone/>
              <a:defRPr sz="2200"/>
            </a:lvl5pPr>
            <a:lvl6pPr marL="2463123" indent="0">
              <a:buNone/>
              <a:defRPr sz="2200"/>
            </a:lvl6pPr>
            <a:lvl7pPr marL="2955748" indent="0">
              <a:buNone/>
              <a:defRPr sz="2200"/>
            </a:lvl7pPr>
            <a:lvl8pPr marL="3448372" indent="0">
              <a:buNone/>
              <a:defRPr sz="2200"/>
            </a:lvl8pPr>
            <a:lvl9pPr marL="3940997" indent="0">
              <a:buNone/>
              <a:defRPr sz="22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5553" y="5973655"/>
            <a:ext cx="5833110" cy="895782"/>
          </a:xfrm>
        </p:spPr>
        <p:txBody>
          <a:bodyPr/>
          <a:lstStyle>
            <a:lvl1pPr marL="0" indent="0">
              <a:buNone/>
              <a:defRPr sz="1500"/>
            </a:lvl1pPr>
            <a:lvl2pPr marL="492625" indent="0">
              <a:buNone/>
              <a:defRPr sz="1300"/>
            </a:lvl2pPr>
            <a:lvl3pPr marL="985249" indent="0">
              <a:buNone/>
              <a:defRPr sz="1100"/>
            </a:lvl3pPr>
            <a:lvl4pPr marL="1477874" indent="0">
              <a:buNone/>
              <a:defRPr sz="1000"/>
            </a:lvl4pPr>
            <a:lvl5pPr marL="1970499" indent="0">
              <a:buNone/>
              <a:defRPr sz="1000"/>
            </a:lvl5pPr>
            <a:lvl6pPr marL="2463123" indent="0">
              <a:buNone/>
              <a:defRPr sz="1000"/>
            </a:lvl6pPr>
            <a:lvl7pPr marL="2955748" indent="0">
              <a:buNone/>
              <a:defRPr sz="1000"/>
            </a:lvl7pPr>
            <a:lvl8pPr marL="3448372" indent="0">
              <a:buNone/>
              <a:defRPr sz="1000"/>
            </a:lvl8pPr>
            <a:lvl9pPr marL="3940997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064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252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55528" y="353368"/>
            <a:ext cx="2281934" cy="752315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40" y="353368"/>
            <a:ext cx="6685457" cy="752315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526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6094" y="305662"/>
            <a:ext cx="8749666" cy="1272116"/>
          </a:xfrm>
          <a:prstGeom prst="rect">
            <a:avLst/>
          </a:prstGeom>
        </p:spPr>
        <p:txBody>
          <a:bodyPr vert="horz" lIns="98525" tIns="49263" rIns="98525" bIns="49263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094" y="1780970"/>
            <a:ext cx="8749666" cy="5037229"/>
          </a:xfrm>
          <a:prstGeom prst="rect">
            <a:avLst/>
          </a:prstGeom>
        </p:spPr>
        <p:txBody>
          <a:bodyPr vert="horz" lIns="98525" tIns="49263" rIns="98525" bIns="4926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6097" y="7074390"/>
            <a:ext cx="2268431" cy="406370"/>
          </a:xfrm>
          <a:prstGeom prst="rect">
            <a:avLst/>
          </a:prstGeom>
        </p:spPr>
        <p:txBody>
          <a:bodyPr vert="horz" lIns="98525" tIns="49263" rIns="98525" bIns="49263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C1254-0A8C-4999-A7A4-7ED528140BC0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21637" y="7074390"/>
            <a:ext cx="3078586" cy="406370"/>
          </a:xfrm>
          <a:prstGeom prst="rect">
            <a:avLst/>
          </a:prstGeom>
        </p:spPr>
        <p:txBody>
          <a:bodyPr vert="horz" lIns="98525" tIns="49263" rIns="98525" bIns="49263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67330" y="7074390"/>
            <a:ext cx="2268431" cy="406370"/>
          </a:xfrm>
          <a:prstGeom prst="rect">
            <a:avLst/>
          </a:prstGeom>
        </p:spPr>
        <p:txBody>
          <a:bodyPr vert="horz" lIns="98525" tIns="49263" rIns="98525" bIns="49263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3E3D0-D7C0-4494-9344-257A5AC5E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740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85249" rtl="0" eaLnBrk="1" latinLnBrk="0" hangingPunct="1">
        <a:spcBef>
          <a:spcPct val="0"/>
        </a:spcBef>
        <a:buNone/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9468" indent="-369468" algn="l" defTabSz="985249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515" indent="-307890" algn="l" defTabSz="985249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31562" indent="-246312" algn="l" defTabSz="985249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86" indent="-246312" algn="l" defTabSz="985249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16811" indent="-246312" algn="l" defTabSz="985249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09436" indent="-246312" algn="l" defTabSz="985249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02059" indent="-246312" algn="l" defTabSz="985249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694684" indent="-246312" algn="l" defTabSz="985249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187309" indent="-246312" algn="l" defTabSz="985249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524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2625" algn="l" defTabSz="98524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85249" algn="l" defTabSz="98524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77874" algn="l" defTabSz="98524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70499" algn="l" defTabSz="98524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63123" algn="l" defTabSz="98524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55748" algn="l" defTabSz="98524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48372" algn="l" defTabSz="98524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40997" algn="l" defTabSz="98524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Picture 15" descr="C:\Users\tgangelakis\Desktop\Flash\SS20-1 Flash\U2\InterwarNationalInterests\InterNatInterest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280" y="-187326"/>
            <a:ext cx="9867900" cy="782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71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tgangelakis\Desktop\Flash\SS20-1 Flash\U2\InterwarNationalInterests\Brita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7475" y="0"/>
            <a:ext cx="9839325" cy="765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33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gangelakis\Desktop\Flash\SS20-1 Flash\U2\InterwarNationalInterests\Fran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291" y="-46102"/>
            <a:ext cx="9858375" cy="769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33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tgangelakis\Desktop\Flash\SS20-1 Flash\U2\InterwarNationalInterests\German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691" y="-20588"/>
            <a:ext cx="9848850" cy="767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26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tgangelakis\Desktop\Flash\SS20-1 Flash\U2\InterwarNationalInterests\Ital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75" y="-6350"/>
            <a:ext cx="9763125" cy="763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83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tgangelakis\Desktop\Flash\SS20-1 Flash\U2\InterwarNationalInterests\USS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325" y="0"/>
            <a:ext cx="9782175" cy="769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073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tgangelakis\Desktop\Flash\SS20-1 Flash\U2\InterwarNationalInterests\Japa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63125" cy="766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212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tgangelakis\Desktop\Flash\SS20-1 Flash\U2\InterwarNationalInterests\US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800" y="0"/>
            <a:ext cx="9772650" cy="766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0964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tgangelakis\Desktop\Flash\SS20-1 Flash\U2\InterwarNationalInterests\Canad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051" y="-35178"/>
            <a:ext cx="9772650" cy="767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098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tgangelakis\Desktop\Flash\SS20-1 Flash\U2\InterwarNationalInterests\copyrigh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75" y="0"/>
            <a:ext cx="9763125" cy="818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61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Calgary Board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Interwar National Interests</dc:title>
  <dc:creator>Thomas G Angelakis</dc:creator>
  <cp:lastModifiedBy>Thomas G Angelakis</cp:lastModifiedBy>
  <cp:revision>2</cp:revision>
  <dcterms:created xsi:type="dcterms:W3CDTF">2019-09-24T13:15:50Z</dcterms:created>
  <dcterms:modified xsi:type="dcterms:W3CDTF">2019-09-24T15:24:30Z</dcterms:modified>
</cp:coreProperties>
</file>