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180" y="56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94644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info@time4writing.com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711200" y="2031975"/>
            <a:ext cx="8609925" cy="22819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800" b="1" i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Writing a Thesis Statement</a:t>
            </a:r>
          </a:p>
          <a:p>
            <a:endParaRPr lang="en-US" sz="4800" b="1" i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3733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Starting an Essay with Clear Direction</a:t>
            </a:r>
          </a:p>
        </p:txBody>
      </p:sp>
      <p:sp>
        <p:nvSpPr>
          <p:cNvPr id="20" name="Shape 2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" name="Shape 21"/>
          <p:cNvSpPr txBox="1"/>
          <p:nvPr/>
        </p:nvSpPr>
        <p:spPr>
          <a:xfrm>
            <a:off x="506300" y="4976700"/>
            <a:ext cx="9320199" cy="1999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Time4Writing provides these teachers materials to teachers and parents at no cost. 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presentations, handouts, interactive online exercises, and video lessons are freely available at Time4Writing.com.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linking to these resources from your school, teacher, or homeschool educational site. </a:t>
            </a:r>
          </a:p>
          <a:p>
            <a:endParaRPr lang="en-US" sz="1333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rules: These materials must maintain the visibility of the Time4Writing trademark and copyright information.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can be copied and used for educational purposes. They are not for resale.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give us feedback? We'd like to hear your views:</a:t>
            </a:r>
            <a:r>
              <a:rPr lang="en-US" sz="1333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333" u="sng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info@time4writing.com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ctrTitle"/>
          </p:nvPr>
        </p:nvSpPr>
        <p:spPr>
          <a:xfrm>
            <a:off x="711200" y="1524000"/>
            <a:ext cx="8635824" cy="17162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2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What a Thesis Statement Does</a:t>
            </a:r>
          </a:p>
        </p:txBody>
      </p:sp>
      <p:sp>
        <p:nvSpPr>
          <p:cNvPr id="28" name="Shape 28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9" name="Shape 29"/>
          <p:cNvSpPr txBox="1"/>
          <p:nvPr/>
        </p:nvSpPr>
        <p:spPr>
          <a:xfrm>
            <a:off x="812800" y="5791200"/>
            <a:ext cx="8538399" cy="109139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200" b="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So the formula for a thesis statement is: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32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r>
              <a:rPr lang="en-US" sz="32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1828800" y="2725025"/>
            <a:ext cx="6576725" cy="38631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describes your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, what your essay will be about.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introduces a specific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you are making about  your topic.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describes three ways in which you will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and develop your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7" name="Shape 37"/>
          <p:cNvSpPr txBox="1"/>
          <p:nvPr/>
        </p:nvSpPr>
        <p:spPr>
          <a:xfrm>
            <a:off x="812800" y="2235200"/>
            <a:ext cx="8726200" cy="37348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ctrTitle"/>
          </p:nvPr>
        </p:nvSpPr>
        <p:spPr>
          <a:xfrm>
            <a:off x="609600" y="1690525"/>
            <a:ext cx="8753575" cy="31852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Let's look at this example: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 was a complex process that involved researching a school, applying for admission, and enrolling in classes."</a:t>
            </a:r>
          </a:p>
          <a:p>
            <a:endParaRPr lang="en-US" sz="2666" b="0" i="0">
              <a:solidFill>
                <a:srgbClr val="0737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5" name="Shape 45"/>
          <p:cNvSpPr txBox="1"/>
          <p:nvPr/>
        </p:nvSpPr>
        <p:spPr>
          <a:xfrm>
            <a:off x="914400" y="5283200"/>
            <a:ext cx="8612649" cy="17992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200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Can you find the</a:t>
            </a:r>
            <a:r>
              <a:rPr lang="en-US" sz="320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1" u="sng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three different components</a:t>
            </a:r>
            <a:r>
              <a:rPr lang="en-US" sz="320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in this thesis statement? 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ctrTitle"/>
          </p:nvPr>
        </p:nvSpPr>
        <p:spPr>
          <a:xfrm>
            <a:off x="609600" y="1690525"/>
            <a:ext cx="8753575" cy="31852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Let's look at them this way: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2933" b="0" i="0" u="sng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Going back to college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933" b="0" i="0" u="sng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was a complex process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 that involved </a:t>
            </a:r>
            <a:r>
              <a:rPr lang="en-US" sz="2933" b="0" i="0" u="sng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researching a school, applying for admission, and enrolling in classes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."</a:t>
            </a:r>
          </a:p>
        </p:txBody>
      </p:sp>
      <p:sp>
        <p:nvSpPr>
          <p:cNvPr id="52" name="Shape 52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3" name="Shape 53"/>
          <p:cNvSpPr txBox="1"/>
          <p:nvPr/>
        </p:nvSpPr>
        <p:spPr>
          <a:xfrm>
            <a:off x="2743275" y="5279900"/>
            <a:ext cx="5025450" cy="16471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F04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subject or topic</a:t>
            </a:r>
          </a:p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711275" y="1724200"/>
            <a:ext cx="8739400" cy="18872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 The Subject or Topic of the Essay: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college..."</a:t>
            </a:r>
          </a:p>
        </p:txBody>
      </p:sp>
      <p:sp>
        <p:nvSpPr>
          <p:cNvPr id="60" name="Shape 6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1" name="Shape 61"/>
          <p:cNvSpPr txBox="1"/>
          <p:nvPr/>
        </p:nvSpPr>
        <p:spPr>
          <a:xfrm>
            <a:off x="711425" y="3957975"/>
            <a:ext cx="8735874" cy="27082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essay is about </a:t>
            </a: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going back to college</a:t>
            </a: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But there is a lot to say on this subject, so now you have to 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narrow it down to one specific claim</a:t>
            </a: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ctrTitle"/>
          </p:nvPr>
        </p:nvSpPr>
        <p:spPr>
          <a:xfrm>
            <a:off x="508575" y="1704750"/>
            <a:ext cx="9140625" cy="2375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 The Claim Made About the Subject or Topic of the Essay: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 was a complex process..." </a:t>
            </a:r>
          </a:p>
        </p:txBody>
      </p:sp>
      <p:sp>
        <p:nvSpPr>
          <p:cNvPr id="68" name="Shape 68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9" name="Shape 69"/>
          <p:cNvSpPr txBox="1"/>
          <p:nvPr/>
        </p:nvSpPr>
        <p:spPr>
          <a:xfrm>
            <a:off x="609625" y="4466800"/>
            <a:ext cx="8660199" cy="2224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topic is narrowed down to </a:t>
            </a: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the complexity</a:t>
            </a:r>
            <a:r>
              <a:rPr lang="en-US" sz="2666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going back to college. Now the topic is easier to talk about. 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just need to list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to support this claim</a:t>
            </a:r>
            <a:r>
              <a:rPr lang="en-US" sz="2666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xfrm>
            <a:off x="508000" y="1625600"/>
            <a:ext cx="9140625" cy="2375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 Three Points of Support for the Claim: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"...a complex process that involved researching a school, applying for admission and enrolling in classes." </a:t>
            </a:r>
          </a:p>
        </p:txBody>
      </p:sp>
      <p:sp>
        <p:nvSpPr>
          <p:cNvPr id="76" name="Shape 76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7" name="Shape 77"/>
          <p:cNvSpPr txBox="1"/>
          <p:nvPr/>
        </p:nvSpPr>
        <p:spPr>
          <a:xfrm>
            <a:off x="711200" y="4368775"/>
            <a:ext cx="8643174" cy="2523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Three reasons</a:t>
            </a: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going back to college is complex: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research a school</a:t>
            </a: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 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apply for admission</a:t>
            </a: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 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enroll in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ctrTitle"/>
          </p:nvPr>
        </p:nvSpPr>
        <p:spPr>
          <a:xfrm>
            <a:off x="508050" y="1614725"/>
            <a:ext cx="9163850" cy="12067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Supporting your Claim:</a:t>
            </a:r>
          </a:p>
        </p:txBody>
      </p:sp>
      <p:sp>
        <p:nvSpPr>
          <p:cNvPr id="84" name="Shape 84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5" name="Shape 85"/>
          <p:cNvSpPr txBox="1"/>
          <p:nvPr/>
        </p:nvSpPr>
        <p:spPr>
          <a:xfrm>
            <a:off x="609600" y="2438400"/>
            <a:ext cx="8952275" cy="47709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Your thesis statement comes in your introductory paragraph; then you need devote at least one paragraph for each supporting point.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One paragraph will be about researching a school.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next paragraph will discuss applying for admission.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And the third paragraph will be about enrolling in classes.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These will be followed by the concluding paragraph, summarizing how these points prove your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ctrTitle"/>
          </p:nvPr>
        </p:nvSpPr>
        <p:spPr>
          <a:xfrm>
            <a:off x="508000" y="1727175"/>
            <a:ext cx="9163850" cy="12793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0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Remember the easy formula for a thesis statement!</a:t>
            </a:r>
          </a:p>
        </p:txBody>
      </p:sp>
      <p:sp>
        <p:nvSpPr>
          <p:cNvPr id="92" name="Shape 92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93" name="Shape 93"/>
          <p:cNvSpPr txBox="1"/>
          <p:nvPr/>
        </p:nvSpPr>
        <p:spPr>
          <a:xfrm>
            <a:off x="914400" y="3454375"/>
            <a:ext cx="8726200" cy="3173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 +</a:t>
            </a:r>
            <a:r>
              <a:rPr lang="en-US" sz="4768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ctrTitle"/>
          </p:nvPr>
        </p:nvSpPr>
        <p:spPr>
          <a:xfrm>
            <a:off x="306700" y="1830700"/>
            <a:ext cx="9258599" cy="88349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733" b="1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The end.</a:t>
            </a:r>
          </a:p>
        </p:txBody>
      </p:sp>
      <p:sp>
        <p:nvSpPr>
          <p:cNvPr id="100" name="Shape 10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01" name="Shape 101"/>
          <p:cNvSpPr txBox="1"/>
          <p:nvPr/>
        </p:nvSpPr>
        <p:spPr>
          <a:xfrm>
            <a:off x="1932300" y="2745100"/>
            <a:ext cx="6475175" cy="41456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More free ESSAY WRITING resources: 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the introduction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the conclusion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comparing &amp; contrasting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types of essays</a:t>
            </a:r>
          </a:p>
          <a:p>
            <a:endParaRPr lang="en-US" sz="2400">
              <a:solidFill>
                <a:srgbClr val="0737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Eight-week ESSAY WRITING courses: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elementary school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middle school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high school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georgia</vt:lpstr>
      <vt:lpstr>times new roman</vt:lpstr>
      <vt:lpstr/>
      <vt:lpstr>Writing a Thesis Statement  Starting an Essay with Clear Direction</vt:lpstr>
      <vt:lpstr>What a Thesis Statement Does</vt:lpstr>
      <vt:lpstr>PowerPoint Presentation</vt:lpstr>
      <vt:lpstr>Let's look at this example:   "Going back to college was a complex process that involved researching a school, applying for admission, and enrolling in classes." </vt:lpstr>
      <vt:lpstr>Let's look at them this way:  "Going back to college was a complex process that involved researching a school, applying for admission, and enrolling in classes."</vt:lpstr>
      <vt:lpstr>1) The Subject or Topic of the Essay:  "Going back to college..."</vt:lpstr>
      <vt:lpstr>2) The Claim Made About the Subject or Topic of the Essay:  "Going back to college was a complex process..." </vt:lpstr>
      <vt:lpstr>3) Three Points of Support for the Claim:  "...a complex process that involved researching a school, applying for admission and enrolling in classes." </vt:lpstr>
      <vt:lpstr>Supporting your Claim:</vt:lpstr>
      <vt:lpstr>Remember the easy formula for a thesis statement!</vt:lpstr>
      <vt:lpstr>The 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 Thesis Statement  Starting an Essay with Clear Direction</dc:title>
  <dc:creator>Kim</dc:creator>
  <cp:lastModifiedBy>Thomas G Angelakis</cp:lastModifiedBy>
  <cp:revision>1</cp:revision>
  <dcterms:modified xsi:type="dcterms:W3CDTF">2020-02-12T21:58:57Z</dcterms:modified>
</cp:coreProperties>
</file>