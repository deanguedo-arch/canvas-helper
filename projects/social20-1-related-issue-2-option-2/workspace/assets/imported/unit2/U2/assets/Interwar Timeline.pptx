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0153650" cy="8280400"/>
  <p:notesSz cx="6858000" cy="9144000"/>
  <p:defaultTextStyle>
    <a:defPPr>
      <a:defRPr lang="en-US"/>
    </a:defPPr>
    <a:lvl1pPr marL="0" algn="l" defTabSz="10492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4637" algn="l" defTabSz="10492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9274" algn="l" defTabSz="10492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3911" algn="l" defTabSz="10492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98548" algn="l" defTabSz="10492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23185" algn="l" defTabSz="10492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47822" algn="l" defTabSz="10492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72459" algn="l" defTabSz="10492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97096" algn="l" defTabSz="10492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-312" y="-108"/>
      </p:cViewPr>
      <p:guideLst>
        <p:guide orient="horz" pos="2608"/>
        <p:guide pos="31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1525" y="2572291"/>
            <a:ext cx="8630603" cy="1774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048" y="4692227"/>
            <a:ext cx="7107555" cy="211610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46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492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3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985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231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478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724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970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BBCB0-A743-4FDE-8E8A-37212FECE485}" type="datetimeFigureOut">
              <a:rPr lang="en-CA" smtClean="0"/>
              <a:t>23/09/2019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7DBC-A47D-4367-B112-1F34493B11B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179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BBCB0-A743-4FDE-8E8A-37212FECE485}" type="datetimeFigureOut">
              <a:rPr lang="en-CA" smtClean="0"/>
              <a:t>23/09/2019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7DBC-A47D-4367-B112-1F34493B11B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004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069" y="5320924"/>
            <a:ext cx="8630603" cy="1644580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069" y="3509589"/>
            <a:ext cx="8630603" cy="1811337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46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492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391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9854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2318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4782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7245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970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BBCB0-A743-4FDE-8E8A-37212FECE485}" type="datetimeFigureOut">
              <a:rPr lang="en-CA" smtClean="0"/>
              <a:t>23/09/2019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7DBC-A47D-4367-B112-1F34493B11B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8579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684" y="1932095"/>
            <a:ext cx="4484529" cy="546468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61439" y="1932095"/>
            <a:ext cx="4484529" cy="546468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BBCB0-A743-4FDE-8E8A-37212FECE485}" type="datetimeFigureOut">
              <a:rPr lang="en-CA" smtClean="0"/>
              <a:t>23/09/2019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7DBC-A47D-4367-B112-1F34493B11B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526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684" y="1853507"/>
            <a:ext cx="4486291" cy="772454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4637" indent="0">
              <a:buNone/>
              <a:defRPr sz="2300" b="1"/>
            </a:lvl2pPr>
            <a:lvl3pPr marL="1049274" indent="0">
              <a:buNone/>
              <a:defRPr sz="2100" b="1"/>
            </a:lvl3pPr>
            <a:lvl4pPr marL="1573911" indent="0">
              <a:buNone/>
              <a:defRPr sz="1800" b="1"/>
            </a:lvl4pPr>
            <a:lvl5pPr marL="2098548" indent="0">
              <a:buNone/>
              <a:defRPr sz="1800" b="1"/>
            </a:lvl5pPr>
            <a:lvl6pPr marL="2623185" indent="0">
              <a:buNone/>
              <a:defRPr sz="1800" b="1"/>
            </a:lvl6pPr>
            <a:lvl7pPr marL="3147822" indent="0">
              <a:buNone/>
              <a:defRPr sz="1800" b="1"/>
            </a:lvl7pPr>
            <a:lvl8pPr marL="3672459" indent="0">
              <a:buNone/>
              <a:defRPr sz="1800" b="1"/>
            </a:lvl8pPr>
            <a:lvl9pPr marL="4197096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684" y="2625960"/>
            <a:ext cx="4486291" cy="4770814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57914" y="1853507"/>
            <a:ext cx="4488055" cy="772454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4637" indent="0">
              <a:buNone/>
              <a:defRPr sz="2300" b="1"/>
            </a:lvl2pPr>
            <a:lvl3pPr marL="1049274" indent="0">
              <a:buNone/>
              <a:defRPr sz="2100" b="1"/>
            </a:lvl3pPr>
            <a:lvl4pPr marL="1573911" indent="0">
              <a:buNone/>
              <a:defRPr sz="1800" b="1"/>
            </a:lvl4pPr>
            <a:lvl5pPr marL="2098548" indent="0">
              <a:buNone/>
              <a:defRPr sz="1800" b="1"/>
            </a:lvl5pPr>
            <a:lvl6pPr marL="2623185" indent="0">
              <a:buNone/>
              <a:defRPr sz="1800" b="1"/>
            </a:lvl6pPr>
            <a:lvl7pPr marL="3147822" indent="0">
              <a:buNone/>
              <a:defRPr sz="1800" b="1"/>
            </a:lvl7pPr>
            <a:lvl8pPr marL="3672459" indent="0">
              <a:buNone/>
              <a:defRPr sz="1800" b="1"/>
            </a:lvl8pPr>
            <a:lvl9pPr marL="4197096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57914" y="2625960"/>
            <a:ext cx="4488055" cy="4770814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BBCB0-A743-4FDE-8E8A-37212FECE485}" type="datetimeFigureOut">
              <a:rPr lang="en-CA" smtClean="0"/>
              <a:t>23/09/2019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7DBC-A47D-4367-B112-1F34493B11B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4907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BBCB0-A743-4FDE-8E8A-37212FECE485}" type="datetimeFigureOut">
              <a:rPr lang="en-CA" smtClean="0"/>
              <a:t>23/09/2019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7DBC-A47D-4367-B112-1F34493B11B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7837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BBCB0-A743-4FDE-8E8A-37212FECE485}" type="datetimeFigureOut">
              <a:rPr lang="en-CA" smtClean="0"/>
              <a:t>23/09/2019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7DBC-A47D-4367-B112-1F34493B11B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6870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684" y="329683"/>
            <a:ext cx="3340481" cy="1403068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9795" y="329683"/>
            <a:ext cx="5676172" cy="7067092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684" y="1732752"/>
            <a:ext cx="3340481" cy="5664025"/>
          </a:xfrm>
        </p:spPr>
        <p:txBody>
          <a:bodyPr/>
          <a:lstStyle>
            <a:lvl1pPr marL="0" indent="0">
              <a:buNone/>
              <a:defRPr sz="1600"/>
            </a:lvl1pPr>
            <a:lvl2pPr marL="524637" indent="0">
              <a:buNone/>
              <a:defRPr sz="1400"/>
            </a:lvl2pPr>
            <a:lvl3pPr marL="1049274" indent="0">
              <a:buNone/>
              <a:defRPr sz="1100"/>
            </a:lvl3pPr>
            <a:lvl4pPr marL="1573911" indent="0">
              <a:buNone/>
              <a:defRPr sz="1000"/>
            </a:lvl4pPr>
            <a:lvl5pPr marL="2098548" indent="0">
              <a:buNone/>
              <a:defRPr sz="1000"/>
            </a:lvl5pPr>
            <a:lvl6pPr marL="2623185" indent="0">
              <a:buNone/>
              <a:defRPr sz="1000"/>
            </a:lvl6pPr>
            <a:lvl7pPr marL="3147822" indent="0">
              <a:buNone/>
              <a:defRPr sz="1000"/>
            </a:lvl7pPr>
            <a:lvl8pPr marL="3672459" indent="0">
              <a:buNone/>
              <a:defRPr sz="1000"/>
            </a:lvl8pPr>
            <a:lvl9pPr marL="4197096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BBCB0-A743-4FDE-8E8A-37212FECE485}" type="datetimeFigureOut">
              <a:rPr lang="en-CA" smtClean="0"/>
              <a:t>23/09/2019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7DBC-A47D-4367-B112-1F34493B11B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1344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187" y="5796280"/>
            <a:ext cx="6092190" cy="68428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90187" y="739869"/>
            <a:ext cx="6092190" cy="4968240"/>
          </a:xfrm>
        </p:spPr>
        <p:txBody>
          <a:bodyPr/>
          <a:lstStyle>
            <a:lvl1pPr marL="0" indent="0">
              <a:buNone/>
              <a:defRPr sz="3700"/>
            </a:lvl1pPr>
            <a:lvl2pPr marL="524637" indent="0">
              <a:buNone/>
              <a:defRPr sz="3200"/>
            </a:lvl2pPr>
            <a:lvl3pPr marL="1049274" indent="0">
              <a:buNone/>
              <a:defRPr sz="2800"/>
            </a:lvl3pPr>
            <a:lvl4pPr marL="1573911" indent="0">
              <a:buNone/>
              <a:defRPr sz="2300"/>
            </a:lvl4pPr>
            <a:lvl5pPr marL="2098548" indent="0">
              <a:buNone/>
              <a:defRPr sz="2300"/>
            </a:lvl5pPr>
            <a:lvl6pPr marL="2623185" indent="0">
              <a:buNone/>
              <a:defRPr sz="2300"/>
            </a:lvl6pPr>
            <a:lvl7pPr marL="3147822" indent="0">
              <a:buNone/>
              <a:defRPr sz="2300"/>
            </a:lvl7pPr>
            <a:lvl8pPr marL="3672459" indent="0">
              <a:buNone/>
              <a:defRPr sz="2300"/>
            </a:lvl8pPr>
            <a:lvl9pPr marL="4197096" indent="0">
              <a:buNone/>
              <a:defRPr sz="23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0187" y="6480565"/>
            <a:ext cx="6092190" cy="971796"/>
          </a:xfrm>
        </p:spPr>
        <p:txBody>
          <a:bodyPr/>
          <a:lstStyle>
            <a:lvl1pPr marL="0" indent="0">
              <a:buNone/>
              <a:defRPr sz="1600"/>
            </a:lvl1pPr>
            <a:lvl2pPr marL="524637" indent="0">
              <a:buNone/>
              <a:defRPr sz="1400"/>
            </a:lvl2pPr>
            <a:lvl3pPr marL="1049274" indent="0">
              <a:buNone/>
              <a:defRPr sz="1100"/>
            </a:lvl3pPr>
            <a:lvl4pPr marL="1573911" indent="0">
              <a:buNone/>
              <a:defRPr sz="1000"/>
            </a:lvl4pPr>
            <a:lvl5pPr marL="2098548" indent="0">
              <a:buNone/>
              <a:defRPr sz="1000"/>
            </a:lvl5pPr>
            <a:lvl6pPr marL="2623185" indent="0">
              <a:buNone/>
              <a:defRPr sz="1000"/>
            </a:lvl6pPr>
            <a:lvl7pPr marL="3147822" indent="0">
              <a:buNone/>
              <a:defRPr sz="1000"/>
            </a:lvl7pPr>
            <a:lvl8pPr marL="3672459" indent="0">
              <a:buNone/>
              <a:defRPr sz="1000"/>
            </a:lvl8pPr>
            <a:lvl9pPr marL="4197096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BBCB0-A743-4FDE-8E8A-37212FECE485}" type="datetimeFigureOut">
              <a:rPr lang="en-CA" smtClean="0"/>
              <a:t>23/09/2019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7DBC-A47D-4367-B112-1F34493B11B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445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BBCB0-A743-4FDE-8E8A-37212FECE485}" type="datetimeFigureOut">
              <a:rPr lang="en-CA" smtClean="0"/>
              <a:t>23/09/2019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7DBC-A47D-4367-B112-1F34493B11B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4150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1396" y="331602"/>
            <a:ext cx="2284571" cy="70651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7683" y="331602"/>
            <a:ext cx="6684486" cy="70651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BBCB0-A743-4FDE-8E8A-37212FECE485}" type="datetimeFigureOut">
              <a:rPr lang="en-CA" smtClean="0"/>
              <a:t>23/09/2019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7DBC-A47D-4367-B112-1F34493B11B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8035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7683" y="331601"/>
            <a:ext cx="9138285" cy="1380067"/>
          </a:xfrm>
          <a:prstGeom prst="rect">
            <a:avLst/>
          </a:prstGeom>
        </p:spPr>
        <p:txBody>
          <a:bodyPr vert="horz" lIns="104927" tIns="52464" rIns="104927" bIns="5246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683" y="1932095"/>
            <a:ext cx="9138285" cy="5464681"/>
          </a:xfrm>
          <a:prstGeom prst="rect">
            <a:avLst/>
          </a:prstGeom>
        </p:spPr>
        <p:txBody>
          <a:bodyPr vert="horz" lIns="104927" tIns="52464" rIns="104927" bIns="5246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7681" y="7674706"/>
            <a:ext cx="2369186" cy="440855"/>
          </a:xfrm>
          <a:prstGeom prst="rect">
            <a:avLst/>
          </a:prstGeom>
        </p:spPr>
        <p:txBody>
          <a:bodyPr vert="horz" lIns="104927" tIns="52464" rIns="104927" bIns="5246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BBCB0-A743-4FDE-8E8A-37212FECE485}" type="datetimeFigureOut">
              <a:rPr lang="en-CA" smtClean="0"/>
              <a:t>23/09/2019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69164" y="7674706"/>
            <a:ext cx="3215323" cy="440855"/>
          </a:xfrm>
          <a:prstGeom prst="rect">
            <a:avLst/>
          </a:prstGeom>
        </p:spPr>
        <p:txBody>
          <a:bodyPr vert="horz" lIns="104927" tIns="52464" rIns="104927" bIns="5246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76783" y="7674706"/>
            <a:ext cx="2369186" cy="440855"/>
          </a:xfrm>
          <a:prstGeom prst="rect">
            <a:avLst/>
          </a:prstGeom>
        </p:spPr>
        <p:txBody>
          <a:bodyPr vert="horz" lIns="104927" tIns="52464" rIns="104927" bIns="5246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07DBC-A47D-4367-B112-1F34493B11B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8493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49274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3478" indent="-393478" algn="l" defTabSz="10492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2535" indent="-327898" algn="l" defTabSz="10492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1593" indent="-262319" algn="l" defTabSz="10492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36230" indent="-262319" algn="l" defTabSz="10492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0867" indent="-262319" algn="l" defTabSz="10492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85504" indent="-262319" algn="l" defTabSz="10492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10141" indent="-262319" algn="l" defTabSz="10492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34778" indent="-262319" algn="l" defTabSz="10492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59415" indent="-262319" algn="l" defTabSz="10492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4637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9274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3911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98548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23185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47822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72459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97096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smtClean="0"/>
              <a:t>Interwar Timeline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5323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tgangelakis\Desktop\Flash\SS20-1 Flash\U2\Interwar Timeline\191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621"/>
            <a:ext cx="10201275" cy="828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1657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tgangelakis\Desktop\Flash\SS20-1 Flash\U2\Interwar Timeline\192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813"/>
            <a:ext cx="10210800" cy="829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758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tgangelakis\Desktop\Flash\SS20-1 Flash\U2\Interwar Timeline\192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559" y="-33526"/>
            <a:ext cx="10210801" cy="828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8074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 descr="C:\Users\tgangelakis\Desktop\Flash\SS20-1 Flash\U2\Interwar Timeline\192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22"/>
            <a:ext cx="10199688" cy="829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6952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tgangelakis\Desktop\Flash\SS20-1 Flash\U2\Interwar Timeline\192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326"/>
            <a:ext cx="10209213" cy="828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0856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tgangelakis\Desktop\Flash\SS20-1 Flash\U2\Interwar Timeline\192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1670"/>
            <a:ext cx="10210800" cy="830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1875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tgangelakis\Desktop\Flash\SS20-1 Flash\U2\Interwar Timeline\192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50"/>
            <a:ext cx="10191750" cy="828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054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tgangelakis\Desktop\Flash\SS20-1 Flash\U2\Interwar Timeline\192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2" y="-15875"/>
            <a:ext cx="10201275" cy="829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328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tgangelakis\Desktop\Flash\SS20-1 Flash\U2\Interwar Timeline\192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75"/>
            <a:ext cx="10191750" cy="829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5912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tgangelakis\Desktop\Flash\SS20-1 Flash\U2\Interwar Timeline\192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" y="-19958"/>
            <a:ext cx="10191750" cy="830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3139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tgangelakis\Desktop\Flash\SS20-1 Flash\U2\Interwar Timeline\193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4200"/>
            <a:ext cx="10201275" cy="830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673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tgangelakis\Desktop\Flash\SS20-1 Flash\U2\Interwar Timeline\193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5401"/>
            <a:ext cx="10210801" cy="830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4644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tgangelakis\Desktop\Flash\SS20-1 Flash\U2\Interwar Timeline\193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161"/>
            <a:ext cx="10199688" cy="829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02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C:\Users\tgangelakis\Desktop\Flash\SS20-1 Flash\U2\Interwar Timeline\1933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928"/>
            <a:ext cx="10199688" cy="8304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1856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C:\Users\tgangelakis\Desktop\Flash\SS20-1 Flash\U2\Interwar Timeline\1933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631" y="-23813"/>
            <a:ext cx="10199688" cy="8304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6067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:\Users\tgangelakis\Desktop\Flash\SS20-1 Flash\U2\Interwar Timeline\1934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458"/>
            <a:ext cx="10199688" cy="828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858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C:\Users\tgangelakis\Desktop\Flash\SS20-1 Flash\U2\Interwar Timeline\1935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3"/>
            <a:ext cx="10199687" cy="828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3166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C:\Users\tgangelakis\Desktop\Flash\SS20-1 Flash\U2\Interwar Timeline\1935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917" y="-34709"/>
            <a:ext cx="10199687" cy="829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2216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C:\Users\tgangelakis\Desktop\Flash\SS20-1 Flash\U2\Interwar Timeline\1936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3"/>
            <a:ext cx="10199687" cy="828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2877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C:\Users\tgangelakis\Desktop\Flash\SS20-1 Flash\U2\Interwar Timeline\1936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3" y="0"/>
            <a:ext cx="10209213" cy="8304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283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C:\Users\tgangelakis\Desktop\Flash\SS20-1 Flash\U2\Interwar Timeline\1937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0089"/>
            <a:ext cx="10191750" cy="830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4890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C:\Users\tgangelakis\Desktop\Flash\SS20-1 Flash\U2\Interwar Timeline\1937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512" y="-6350"/>
            <a:ext cx="10201275" cy="828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3085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C:\Users\tgangelakis\Desktop\Flash\SS20-1 Flash\U2\Interwar Timeline\193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375" y="-33338"/>
            <a:ext cx="10199687" cy="8313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7576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C:\Users\tgangelakis\Desktop\Flash\SS20-1 Flash\U2\Interwar Timeline\1939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053" y="-34536"/>
            <a:ext cx="10209213" cy="828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80562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C:\Users\tgangelakis\Desktop\Flash\SS20-1 Flash\U2\Interwar Timeline\1939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4288"/>
            <a:ext cx="10190162" cy="829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8176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C:\Users\tgangelakis\Desktop\Flash\SS20-1 Flash\U2\Interwar Timeline\1939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137" y="-23813"/>
            <a:ext cx="10209213" cy="8304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0479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Custom</PresentationFormat>
  <Paragraphs>1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Interwar Timeline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Calgary Board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Interwar Timeline</dc:title>
  <dc:creator>Thomas G Angelakis</dc:creator>
  <cp:lastModifiedBy>Thomas G Angelakis</cp:lastModifiedBy>
  <cp:revision>2</cp:revision>
  <dcterms:created xsi:type="dcterms:W3CDTF">2019-09-23T22:11:30Z</dcterms:created>
  <dcterms:modified xsi:type="dcterms:W3CDTF">2019-09-23T22:52:33Z</dcterms:modified>
</cp:coreProperties>
</file>