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5143500" cx="9144000"/>
  <p:notesSz cx="6858000" cy="9144000"/>
  <p:embeddedFontLst>
    <p:embeddedFont>
      <p:font typeface="Average"/>
      <p:regular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Average-regular.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lvl1pPr>
            <a:lvl2pPr indent="-228600" lvl="1" marL="914400" marR="0" rtl="0" algn="l">
              <a:spcBef>
                <a:spcPts val="0"/>
              </a:spcBef>
              <a:spcAft>
                <a:spcPts val="0"/>
              </a:spcAft>
              <a:buSzPts val="1400"/>
              <a:buNone/>
              <a:defRPr b="0" i="0" sz="1100" u="none" cap="none" strike="noStrike"/>
            </a:lvl2pPr>
            <a:lvl3pPr indent="-228600" lvl="2" marL="1371600" marR="0" rtl="0" algn="l">
              <a:spcBef>
                <a:spcPts val="0"/>
              </a:spcBef>
              <a:spcAft>
                <a:spcPts val="0"/>
              </a:spcAft>
              <a:buSzPts val="1400"/>
              <a:buNone/>
              <a:defRPr b="0" i="0" sz="1100" u="none" cap="none" strike="noStrike"/>
            </a:lvl3pPr>
            <a:lvl4pPr indent="-228600" lvl="3" marL="1828800" marR="0" rtl="0" algn="l">
              <a:spcBef>
                <a:spcPts val="0"/>
              </a:spcBef>
              <a:spcAft>
                <a:spcPts val="0"/>
              </a:spcAft>
              <a:buSzPts val="1400"/>
              <a:buNone/>
              <a:defRPr b="0" i="0" sz="1100" u="none" cap="none" strike="noStrike"/>
            </a:lvl4pPr>
            <a:lvl5pPr indent="-228600" lvl="4" marL="2286000" marR="0" rtl="0" algn="l">
              <a:spcBef>
                <a:spcPts val="0"/>
              </a:spcBef>
              <a:spcAft>
                <a:spcPts val="0"/>
              </a:spcAft>
              <a:buSzPts val="1400"/>
              <a:buNone/>
              <a:defRPr b="0" i="0" sz="1100" u="none" cap="none" strike="noStrike"/>
            </a:lvl5pPr>
            <a:lvl6pPr indent="-228600" lvl="5" marL="2743200" marR="0" rtl="0" algn="l">
              <a:spcBef>
                <a:spcPts val="0"/>
              </a:spcBef>
              <a:spcAft>
                <a:spcPts val="0"/>
              </a:spcAft>
              <a:buSzPts val="1400"/>
              <a:buNone/>
              <a:defRPr b="0" i="0" sz="1100" u="none" cap="none" strike="noStrike"/>
            </a:lvl6pPr>
            <a:lvl7pPr indent="-228600" lvl="6" marL="3200400" marR="0" rtl="0" algn="l">
              <a:spcBef>
                <a:spcPts val="0"/>
              </a:spcBef>
              <a:spcAft>
                <a:spcPts val="0"/>
              </a:spcAft>
              <a:buSzPts val="1400"/>
              <a:buNone/>
              <a:defRPr b="0" i="0" sz="1100" u="none" cap="none" strike="noStrike"/>
            </a:lvl7pPr>
            <a:lvl8pPr indent="-228600" lvl="7" marL="3657600" marR="0" rtl="0" algn="l">
              <a:spcBef>
                <a:spcPts val="0"/>
              </a:spcBef>
              <a:spcAft>
                <a:spcPts val="0"/>
              </a:spcAft>
              <a:buSzPts val="1400"/>
              <a:buNone/>
              <a:defRPr b="0" i="0" sz="1100" u="none" cap="none" strike="noStrike"/>
            </a:lvl8pPr>
            <a:lvl9pPr indent="-228600" lvl="8" marL="4114800" marR="0" rtl="0" algn="l">
              <a:spcBef>
                <a:spcPts val="0"/>
              </a:spcBef>
              <a:spcAft>
                <a:spcPts val="0"/>
              </a:spcAft>
              <a:buSzPts val="1400"/>
              <a:buNone/>
              <a:defRPr b="0" i="0" sz="1100" u="none" cap="none" strike="noStrike"/>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6ba350af3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6ba350af3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4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4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4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5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6a3b5bc55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6a3b5bc55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6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6a8e3d43e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26a8e3d43eb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6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6a8e3d43e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g26a8e3d43eb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f72d4675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f72d4675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5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p5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34ae55403_1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34ae55403_1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5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34ae55403_1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34ae55403_1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6a3b5bc55d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6a3b5bc55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5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6a3b5bc55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6a3b5bc55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55: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add0e7ce4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add0e7ce4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5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5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22cc225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22cc225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6a8e3d43e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6a8e3d43e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6a8e3d43e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6a8e3d43e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5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6a8e3d43e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6a8e3d43e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5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SzPts val="1100"/>
              <a:buFont typeface="Arial"/>
              <a:buNone/>
            </a:pPr>
            <a:r>
              <a:t/>
            </a:r>
            <a:endParaRPr b="0" i="0" sz="1100" u="none" cap="none" strike="noStrik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3" name="Shape 53"/>
        <p:cNvGrpSpPr/>
        <p:nvPr/>
      </p:nvGrpSpPr>
      <p:grpSpPr>
        <a:xfrm>
          <a:off x="0" y="0"/>
          <a:ext cx="0" cy="0"/>
          <a:chOff x="0" y="0"/>
          <a:chExt cx="0" cy="0"/>
        </a:xfrm>
      </p:grpSpPr>
      <p:grpSp>
        <p:nvGrpSpPr>
          <p:cNvPr id="54" name="Google Shape;54;p2"/>
          <p:cNvGrpSpPr/>
          <p:nvPr/>
        </p:nvGrpSpPr>
        <p:grpSpPr>
          <a:xfrm>
            <a:off x="-645041" y="0"/>
            <a:ext cx="10458613" cy="5337692"/>
            <a:chOff x="-645041" y="0"/>
            <a:chExt cx="10458613" cy="7116923"/>
          </a:xfrm>
        </p:grpSpPr>
        <p:grpSp>
          <p:nvGrpSpPr>
            <p:cNvPr id="55" name="Google Shape;55;p2"/>
            <p:cNvGrpSpPr/>
            <p:nvPr/>
          </p:nvGrpSpPr>
          <p:grpSpPr>
            <a:xfrm>
              <a:off x="0" y="0"/>
              <a:ext cx="9144000" cy="6858000"/>
              <a:chOff x="0" y="0"/>
              <a:chExt cx="9144000" cy="6858000"/>
            </a:xfrm>
          </p:grpSpPr>
          <p:grpSp>
            <p:nvGrpSpPr>
              <p:cNvPr id="56" name="Google Shape;56;p2"/>
              <p:cNvGrpSpPr/>
              <p:nvPr/>
            </p:nvGrpSpPr>
            <p:grpSpPr>
              <a:xfrm>
                <a:off x="0" y="0"/>
                <a:ext cx="2514600" cy="6858000"/>
                <a:chOff x="0" y="0"/>
                <a:chExt cx="2514600" cy="6858000"/>
              </a:xfrm>
            </p:grpSpPr>
            <p:sp>
              <p:nvSpPr>
                <p:cNvPr id="57" name="Google Shape;57;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8" name="Google Shape;58;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59" name="Google Shape;59;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0" name="Google Shape;60;p2"/>
              <p:cNvGrpSpPr/>
              <p:nvPr/>
            </p:nvGrpSpPr>
            <p:grpSpPr>
              <a:xfrm>
                <a:off x="422910" y="0"/>
                <a:ext cx="2514600" cy="6858000"/>
                <a:chOff x="0" y="0"/>
                <a:chExt cx="2514600" cy="6858000"/>
              </a:xfrm>
            </p:grpSpPr>
            <p:sp>
              <p:nvSpPr>
                <p:cNvPr id="61" name="Google Shape;61;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2" name="Google Shape;62;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3" name="Google Shape;63;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64" name="Google Shape;64;p2"/>
              <p:cNvGrpSpPr/>
              <p:nvPr/>
            </p:nvGrpSpPr>
            <p:grpSpPr>
              <a:xfrm rot="10800000">
                <a:off x="6629400" y="0"/>
                <a:ext cx="2514600" cy="6858000"/>
                <a:chOff x="0" y="0"/>
                <a:chExt cx="2514600" cy="6858000"/>
              </a:xfrm>
            </p:grpSpPr>
            <p:sp>
              <p:nvSpPr>
                <p:cNvPr id="65" name="Google Shape;65;p2"/>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6" name="Google Shape;66;p2"/>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7" name="Google Shape;67;p2"/>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68" name="Google Shape;68;p2"/>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69" name="Google Shape;69;p2"/>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0" name="Google Shape;70;p2"/>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71" name="Google Shape;71;p2"/>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2" name="Google Shape;72;p2"/>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3" name="Google Shape;73;p2"/>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4" name="Google Shape;74;p2"/>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5" name="Google Shape;75;p2"/>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76" name="Google Shape;76;p2"/>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7" name="Google Shape;77;p2"/>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8" name="Google Shape;78;p2"/>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79" name="Google Shape;79;p2"/>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0" name="Google Shape;80;p2"/>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1" name="Google Shape;81;p2"/>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2" name="Google Shape;82;p2"/>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3" name="Google Shape;83;p2"/>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4" name="Google Shape;84;p2"/>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5" name="Google Shape;85;p2"/>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6" name="Google Shape;86;p2"/>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7" name="Google Shape;87;p2"/>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8" name="Google Shape;88;p2"/>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9" name="Google Shape;89;p2"/>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0" name="Google Shape;90;p2"/>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1" name="Google Shape;91;p2"/>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2" name="Google Shape;92;p2"/>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93" name="Google Shape;93;p2"/>
          <p:cNvSpPr/>
          <p:nvPr/>
        </p:nvSpPr>
        <p:spPr>
          <a:xfrm>
            <a:off x="4561242" y="-16133"/>
            <a:ext cx="3679200" cy="47040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4" name="Google Shape;94;p2"/>
          <p:cNvSpPr/>
          <p:nvPr/>
        </p:nvSpPr>
        <p:spPr>
          <a:xfrm>
            <a:off x="4649096" y="-16133"/>
            <a:ext cx="3505200" cy="173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5" name="Google Shape;95;p2"/>
          <p:cNvSpPr txBox="1"/>
          <p:nvPr>
            <p:ph type="ctrTitle"/>
          </p:nvPr>
        </p:nvSpPr>
        <p:spPr>
          <a:xfrm>
            <a:off x="4733365" y="2031357"/>
            <a:ext cx="3313500" cy="12765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3600"/>
              <a:buFont typeface="Verdana"/>
              <a:buNone/>
              <a:defRPr b="0" i="0" sz="36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96" name="Google Shape;96;p2"/>
          <p:cNvSpPr txBox="1"/>
          <p:nvPr>
            <p:ph idx="1" type="subTitle"/>
          </p:nvPr>
        </p:nvSpPr>
        <p:spPr>
          <a:xfrm>
            <a:off x="4733365" y="3315810"/>
            <a:ext cx="3309900" cy="945600"/>
          </a:xfrm>
          <a:prstGeom prst="rect">
            <a:avLst/>
          </a:prstGeom>
          <a:noFill/>
          <a:ln>
            <a:noFill/>
          </a:ln>
        </p:spPr>
        <p:txBody>
          <a:bodyPr anchorCtr="0" anchor="t" bIns="91425" lIns="91425" spcFirstLastPara="1" rIns="91425" wrap="square" tIns="91425">
            <a:noAutofit/>
          </a:bodyPr>
          <a:lstStyle>
            <a:lvl1pPr lvl="0" marR="0" rtl="0" algn="l">
              <a:spcBef>
                <a:spcPts val="360"/>
              </a:spcBef>
              <a:spcAft>
                <a:spcPts val="0"/>
              </a:spcAft>
              <a:buClr>
                <a:schemeClr val="accent1"/>
              </a:buClr>
              <a:buSzPts val="1368"/>
              <a:buFont typeface="Noto Sans Symbols"/>
              <a:buNone/>
              <a:defRPr b="0" i="0" sz="1800" u="none" cap="none" strike="noStrike">
                <a:solidFill>
                  <a:srgbClr val="424242"/>
                </a:solidFill>
                <a:latin typeface="Verdana"/>
                <a:ea typeface="Verdana"/>
                <a:cs typeface="Verdana"/>
                <a:sym typeface="Verdana"/>
              </a:defRPr>
            </a:lvl1pPr>
            <a:lvl2pPr lvl="1" marR="0" rtl="0" algn="ctr">
              <a:spcBef>
                <a:spcPts val="440"/>
              </a:spcBef>
              <a:spcAft>
                <a:spcPts val="0"/>
              </a:spcAft>
              <a:buClr>
                <a:schemeClr val="accent1"/>
              </a:buClr>
              <a:buSzPts val="1672"/>
              <a:buFont typeface="Noto Sans Symbols"/>
              <a:buNone/>
              <a:defRPr b="0" i="0" sz="2200" u="none" cap="none" strike="noStrike">
                <a:solidFill>
                  <a:srgbClr val="888888"/>
                </a:solidFill>
                <a:latin typeface="Verdana"/>
                <a:ea typeface="Verdana"/>
                <a:cs typeface="Verdana"/>
                <a:sym typeface="Verdana"/>
              </a:defRPr>
            </a:lvl2pPr>
            <a:lvl3pPr lvl="2" marR="0" rtl="0" algn="ctr">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3pPr>
            <a:lvl4pPr lvl="3" marR="0" rtl="0" algn="ctr">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4pPr>
            <a:lvl5pPr lvl="4" marR="0" rtl="0" algn="ctr">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5pPr>
            <a:lvl6pPr lvl="5"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lvl="6"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lvl="7"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lvl="8" marR="0" rtl="0" algn="ctr">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97" name="Google Shape;97;p2"/>
          <p:cNvSpPr txBox="1"/>
          <p:nvPr>
            <p:ph idx="10" type="dt"/>
          </p:nvPr>
        </p:nvSpPr>
        <p:spPr>
          <a:xfrm>
            <a:off x="4738744" y="1137621"/>
            <a:ext cx="2133600" cy="5631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24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98" name="Google Shape;98;p2"/>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9" name="Google Shape;99;p2"/>
          <p:cNvSpPr txBox="1"/>
          <p:nvPr>
            <p:ph idx="11" type="ftr"/>
          </p:nvPr>
        </p:nvSpPr>
        <p:spPr>
          <a:xfrm>
            <a:off x="5303520" y="4289975"/>
            <a:ext cx="28317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0" name="Google Shape;100;p2"/>
          <p:cNvSpPr txBox="1"/>
          <p:nvPr>
            <p:ph idx="12" type="sldNum"/>
          </p:nvPr>
        </p:nvSpPr>
        <p:spPr>
          <a:xfrm>
            <a:off x="4649096" y="4289975"/>
            <a:ext cx="6438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chemeClr val="accent1"/>
                </a:solidFill>
                <a:latin typeface="Verdana"/>
                <a:ea typeface="Verdana"/>
                <a:cs typeface="Verdana"/>
                <a:sym typeface="Verdana"/>
              </a:defRPr>
            </a:lvl1pPr>
            <a:lvl2pPr indent="0" lvl="1" marL="0" marR="0" rtl="0" algn="l">
              <a:spcBef>
                <a:spcPts val="0"/>
              </a:spcBef>
              <a:buNone/>
              <a:defRPr b="0" i="0" sz="1200" u="none" cap="none" strike="noStrike">
                <a:solidFill>
                  <a:schemeClr val="accent1"/>
                </a:solidFill>
                <a:latin typeface="Verdana"/>
                <a:ea typeface="Verdana"/>
                <a:cs typeface="Verdana"/>
                <a:sym typeface="Verdana"/>
              </a:defRPr>
            </a:lvl2pPr>
            <a:lvl3pPr indent="0" lvl="2" marL="0" marR="0" rtl="0" algn="l">
              <a:spcBef>
                <a:spcPts val="0"/>
              </a:spcBef>
              <a:buNone/>
              <a:defRPr b="0" i="0" sz="1200" u="none" cap="none" strike="noStrike">
                <a:solidFill>
                  <a:schemeClr val="accent1"/>
                </a:solidFill>
                <a:latin typeface="Verdana"/>
                <a:ea typeface="Verdana"/>
                <a:cs typeface="Verdana"/>
                <a:sym typeface="Verdana"/>
              </a:defRPr>
            </a:lvl3pPr>
            <a:lvl4pPr indent="0" lvl="3" marL="0" marR="0" rtl="0" algn="l">
              <a:spcBef>
                <a:spcPts val="0"/>
              </a:spcBef>
              <a:buNone/>
              <a:defRPr b="0" i="0" sz="1200" u="none" cap="none" strike="noStrike">
                <a:solidFill>
                  <a:schemeClr val="accent1"/>
                </a:solidFill>
                <a:latin typeface="Verdana"/>
                <a:ea typeface="Verdana"/>
                <a:cs typeface="Verdana"/>
                <a:sym typeface="Verdana"/>
              </a:defRPr>
            </a:lvl4pPr>
            <a:lvl5pPr indent="0" lvl="4" marL="0" marR="0" rtl="0" algn="l">
              <a:spcBef>
                <a:spcPts val="0"/>
              </a:spcBef>
              <a:buNone/>
              <a:defRPr b="0" i="0" sz="1200" u="none" cap="none" strike="noStrike">
                <a:solidFill>
                  <a:schemeClr val="accent1"/>
                </a:solidFill>
                <a:latin typeface="Verdana"/>
                <a:ea typeface="Verdana"/>
                <a:cs typeface="Verdana"/>
                <a:sym typeface="Verdana"/>
              </a:defRPr>
            </a:lvl5pPr>
            <a:lvl6pPr indent="0" lvl="5" marL="0" marR="0" rtl="0" algn="l">
              <a:spcBef>
                <a:spcPts val="0"/>
              </a:spcBef>
              <a:buNone/>
              <a:defRPr b="0" i="0" sz="1200" u="none" cap="none" strike="noStrike">
                <a:solidFill>
                  <a:schemeClr val="accent1"/>
                </a:solidFill>
                <a:latin typeface="Verdana"/>
                <a:ea typeface="Verdana"/>
                <a:cs typeface="Verdana"/>
                <a:sym typeface="Verdana"/>
              </a:defRPr>
            </a:lvl6pPr>
            <a:lvl7pPr indent="0" lvl="6" marL="0" marR="0" rtl="0" algn="l">
              <a:spcBef>
                <a:spcPts val="0"/>
              </a:spcBef>
              <a:buNone/>
              <a:defRPr b="0" i="0" sz="1200" u="none" cap="none" strike="noStrike">
                <a:solidFill>
                  <a:schemeClr val="accent1"/>
                </a:solidFill>
                <a:latin typeface="Verdana"/>
                <a:ea typeface="Verdana"/>
                <a:cs typeface="Verdana"/>
                <a:sym typeface="Verdana"/>
              </a:defRPr>
            </a:lvl7pPr>
            <a:lvl8pPr indent="0" lvl="7" marL="0" marR="0" rtl="0" algn="l">
              <a:spcBef>
                <a:spcPts val="0"/>
              </a:spcBef>
              <a:buNone/>
              <a:defRPr b="0" i="0" sz="1200" u="none" cap="none" strike="noStrike">
                <a:solidFill>
                  <a:schemeClr val="accent1"/>
                </a:solidFill>
                <a:latin typeface="Verdana"/>
                <a:ea typeface="Verdana"/>
                <a:cs typeface="Verdana"/>
                <a:sym typeface="Verdana"/>
              </a:defRPr>
            </a:lvl8pPr>
            <a:lvl9pPr indent="0" lvl="8" marL="0" marR="0" rtl="0" algn="l">
              <a:spcBef>
                <a:spcPts val="0"/>
              </a:spcBef>
              <a:buNone/>
              <a:defRPr b="0" i="0" sz="1200" u="none" cap="none" strike="noStrike">
                <a:solidFill>
                  <a:schemeClr val="accent1"/>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01" name="Google Shape;101;p2"/>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3"/>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04" name="Google Shape;104;p3"/>
          <p:cNvSpPr txBox="1"/>
          <p:nvPr>
            <p:ph idx="1" type="body"/>
          </p:nvPr>
        </p:nvSpPr>
        <p:spPr>
          <a:xfrm>
            <a:off x="1043492" y="1742739"/>
            <a:ext cx="6777300" cy="26316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05" name="Google Shape;105;p3"/>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6" name="Google Shape;106;p3"/>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07" name="Google Shape;107;p3"/>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p4"/>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0" name="Google Shape;110;p4"/>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1" name="Google Shape;111;p4"/>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p5"/>
          <p:cNvSpPr txBox="1"/>
          <p:nvPr>
            <p:ph type="title"/>
          </p:nvPr>
        </p:nvSpPr>
        <p:spPr>
          <a:xfrm>
            <a:off x="1258645" y="2175622"/>
            <a:ext cx="6637500" cy="10215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4" name="Google Shape;114;p5"/>
          <p:cNvSpPr txBox="1"/>
          <p:nvPr>
            <p:ph idx="1" type="body"/>
          </p:nvPr>
        </p:nvSpPr>
        <p:spPr>
          <a:xfrm>
            <a:off x="1258645" y="3200400"/>
            <a:ext cx="6637500" cy="11403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400"/>
              </a:spcBef>
              <a:spcAft>
                <a:spcPts val="0"/>
              </a:spcAft>
              <a:buClr>
                <a:schemeClr val="accent1"/>
              </a:buClr>
              <a:buSzPts val="1520"/>
              <a:buFont typeface="Noto Sans Symbols"/>
              <a:buNone/>
              <a:defRPr b="0" i="0" sz="2000" u="none" cap="none" strike="noStrike">
                <a:solidFill>
                  <a:srgbClr val="888888"/>
                </a:solidFill>
                <a:latin typeface="Verdana"/>
                <a:ea typeface="Verdana"/>
                <a:cs typeface="Verdana"/>
                <a:sym typeface="Verdana"/>
              </a:defRPr>
            </a:lvl1pPr>
            <a:lvl2pPr indent="-228600" lvl="1" marL="914400" marR="0" rtl="0" algn="l">
              <a:spcBef>
                <a:spcPts val="360"/>
              </a:spcBef>
              <a:spcAft>
                <a:spcPts val="0"/>
              </a:spcAft>
              <a:buClr>
                <a:schemeClr val="accent1"/>
              </a:buClr>
              <a:buSzPts val="1368"/>
              <a:buFont typeface="Noto Sans Symbols"/>
              <a:buNone/>
              <a:defRPr b="0" i="0" sz="1800" u="none" cap="none" strike="noStrike">
                <a:solidFill>
                  <a:srgbClr val="888888"/>
                </a:solidFill>
                <a:latin typeface="Verdana"/>
                <a:ea typeface="Verdana"/>
                <a:cs typeface="Verdana"/>
                <a:sym typeface="Verdana"/>
              </a:defRPr>
            </a:lvl2pPr>
            <a:lvl3pPr indent="-228600" lvl="2" marL="1371600" marR="0" rtl="0" algn="l">
              <a:spcBef>
                <a:spcPts val="320"/>
              </a:spcBef>
              <a:spcAft>
                <a:spcPts val="0"/>
              </a:spcAft>
              <a:buClr>
                <a:schemeClr val="accent1"/>
              </a:buClr>
              <a:buSzPts val="1216"/>
              <a:buFont typeface="Noto Sans Symbols"/>
              <a:buNone/>
              <a:defRPr b="0" i="0" sz="1600" u="none" cap="none" strike="noStrike">
                <a:solidFill>
                  <a:srgbClr val="888888"/>
                </a:solidFill>
                <a:latin typeface="Verdana"/>
                <a:ea typeface="Verdana"/>
                <a:cs typeface="Verdana"/>
                <a:sym typeface="Verdana"/>
              </a:defRPr>
            </a:lvl3pPr>
            <a:lvl4pPr indent="-228600" lvl="3" marL="1828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4pPr>
            <a:lvl5pPr indent="-228600" lvl="4" marL="22860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5pPr>
            <a:lvl6pPr indent="-228600" lvl="5" marL="27432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6pPr>
            <a:lvl7pPr indent="-228600" lvl="6" marL="32004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7pPr>
            <a:lvl8pPr indent="-228600" lvl="7" marL="36576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8pPr>
            <a:lvl9pPr indent="-228600" lvl="8" marL="4114800" marR="0" rtl="0" algn="l">
              <a:spcBef>
                <a:spcPts val="280"/>
              </a:spcBef>
              <a:spcAft>
                <a:spcPts val="0"/>
              </a:spcAft>
              <a:buClr>
                <a:schemeClr val="accent1"/>
              </a:buClr>
              <a:buSzPts val="1064"/>
              <a:buFont typeface="Noto Sans Symbols"/>
              <a:buNone/>
              <a:defRPr b="0" i="0" sz="1400" u="none" cap="none" strike="noStrike">
                <a:solidFill>
                  <a:srgbClr val="888888"/>
                </a:solidFill>
                <a:latin typeface="Verdana"/>
                <a:ea typeface="Verdana"/>
                <a:cs typeface="Verdana"/>
                <a:sym typeface="Verdana"/>
              </a:defRPr>
            </a:lvl9pPr>
          </a:lstStyle>
          <a:p/>
        </p:txBody>
      </p:sp>
      <p:sp>
        <p:nvSpPr>
          <p:cNvPr id="115" name="Google Shape;115;p5"/>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6" name="Google Shape;116;p5"/>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17" name="Google Shape;117;p5"/>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8" name="Shape 118"/>
        <p:cNvGrpSpPr/>
        <p:nvPr/>
      </p:nvGrpSpPr>
      <p:grpSpPr>
        <a:xfrm>
          <a:off x="0" y="0"/>
          <a:ext cx="0" cy="0"/>
          <a:chOff x="0" y="0"/>
          <a:chExt cx="0" cy="0"/>
        </a:xfrm>
      </p:grpSpPr>
      <p:sp>
        <p:nvSpPr>
          <p:cNvPr id="119" name="Google Shape;119;p6"/>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0" name="Google Shape;120;p6"/>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1" name="Google Shape;121;p6"/>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2" name="Google Shape;122;p6"/>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23" name="Google Shape;123;p6"/>
          <p:cNvSpPr txBox="1"/>
          <p:nvPr>
            <p:ph idx="1" type="body"/>
          </p:nvPr>
        </p:nvSpPr>
        <p:spPr>
          <a:xfrm>
            <a:off x="1042416" y="1735074"/>
            <a:ext cx="3420000" cy="2619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124" name="Google Shape;124;p6"/>
          <p:cNvSpPr txBox="1"/>
          <p:nvPr>
            <p:ph idx="2" type="body"/>
          </p:nvPr>
        </p:nvSpPr>
        <p:spPr>
          <a:xfrm>
            <a:off x="4645152" y="1735073"/>
            <a:ext cx="3420000" cy="26199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p7"/>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7" name="Google Shape;127;p7"/>
          <p:cNvSpPr txBox="1"/>
          <p:nvPr>
            <p:ph idx="1" type="body"/>
          </p:nvPr>
        </p:nvSpPr>
        <p:spPr>
          <a:xfrm>
            <a:off x="1412111" y="1737007"/>
            <a:ext cx="3057000" cy="4797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28" name="Google Shape;128;p7"/>
          <p:cNvSpPr txBox="1"/>
          <p:nvPr>
            <p:ph idx="2" type="body"/>
          </p:nvPr>
        </p:nvSpPr>
        <p:spPr>
          <a:xfrm>
            <a:off x="1041721" y="2231020"/>
            <a:ext cx="3420000" cy="2126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29" name="Google Shape;129;p7"/>
          <p:cNvSpPr txBox="1"/>
          <p:nvPr>
            <p:ph idx="3" type="body"/>
          </p:nvPr>
        </p:nvSpPr>
        <p:spPr>
          <a:xfrm>
            <a:off x="5011837" y="1737007"/>
            <a:ext cx="3055800" cy="47970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accent1"/>
              </a:buClr>
              <a:buSzPts val="1824"/>
              <a:buFont typeface="Noto Sans Symbols"/>
              <a:buNone/>
              <a:defRPr b="1" i="0" sz="2400" u="none" cap="none" strike="noStrike">
                <a:solidFill>
                  <a:schemeClr val="accent1"/>
                </a:solidFill>
                <a:latin typeface="Verdana"/>
                <a:ea typeface="Verdana"/>
                <a:cs typeface="Verdana"/>
                <a:sym typeface="Verdana"/>
              </a:defRPr>
            </a:lvl1pPr>
            <a:lvl2pPr indent="-228600" lvl="1" marL="914400" marR="0" rtl="0" algn="l">
              <a:spcBef>
                <a:spcPts val="400"/>
              </a:spcBef>
              <a:spcAft>
                <a:spcPts val="0"/>
              </a:spcAft>
              <a:buClr>
                <a:schemeClr val="accent1"/>
              </a:buClr>
              <a:buSzPts val="1520"/>
              <a:buFont typeface="Noto Sans Symbols"/>
              <a:buNone/>
              <a:defRPr b="1" i="0" sz="2000" u="none" cap="none" strike="noStrike">
                <a:solidFill>
                  <a:schemeClr val="dk2"/>
                </a:solidFill>
                <a:latin typeface="Verdana"/>
                <a:ea typeface="Verdana"/>
                <a:cs typeface="Verdana"/>
                <a:sym typeface="Verdana"/>
              </a:defRPr>
            </a:lvl2pPr>
            <a:lvl3pPr indent="-228600" lvl="2" marL="1371600" marR="0" rtl="0" algn="l">
              <a:spcBef>
                <a:spcPts val="360"/>
              </a:spcBef>
              <a:spcAft>
                <a:spcPts val="0"/>
              </a:spcAft>
              <a:buClr>
                <a:schemeClr val="accent1"/>
              </a:buClr>
              <a:buSzPts val="1368"/>
              <a:buFont typeface="Noto Sans Symbols"/>
              <a:buNone/>
              <a:defRPr b="1" i="0" sz="1800" u="none" cap="none" strike="noStrike">
                <a:solidFill>
                  <a:schemeClr val="dk2"/>
                </a:solidFill>
                <a:latin typeface="Verdana"/>
                <a:ea typeface="Verdana"/>
                <a:cs typeface="Verdana"/>
                <a:sym typeface="Verdana"/>
              </a:defRPr>
            </a:lvl3pPr>
            <a:lvl4pPr indent="-228600" lvl="3" marL="1828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4pPr>
            <a:lvl5pPr indent="-228600" lvl="4" marL="22860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5pPr>
            <a:lvl6pPr indent="-228600" lvl="5" marL="27432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6pPr>
            <a:lvl7pPr indent="-228600" lvl="6" marL="32004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7pPr>
            <a:lvl8pPr indent="-228600" lvl="7" marL="36576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8pPr>
            <a:lvl9pPr indent="-228600" lvl="8" marL="4114800" marR="0" rtl="0" algn="l">
              <a:spcBef>
                <a:spcPts val="320"/>
              </a:spcBef>
              <a:spcAft>
                <a:spcPts val="0"/>
              </a:spcAft>
              <a:buClr>
                <a:schemeClr val="accent1"/>
              </a:buClr>
              <a:buSzPts val="1216"/>
              <a:buFont typeface="Noto Sans Symbols"/>
              <a:buNone/>
              <a:defRPr b="1" i="0" sz="1600" u="none" cap="none" strike="noStrike">
                <a:solidFill>
                  <a:schemeClr val="dk2"/>
                </a:solidFill>
                <a:latin typeface="Verdana"/>
                <a:ea typeface="Verdana"/>
                <a:cs typeface="Verdana"/>
                <a:sym typeface="Verdana"/>
              </a:defRPr>
            </a:lvl9pPr>
          </a:lstStyle>
          <a:p/>
        </p:txBody>
      </p:sp>
      <p:sp>
        <p:nvSpPr>
          <p:cNvPr id="130" name="Google Shape;130;p7"/>
          <p:cNvSpPr txBox="1"/>
          <p:nvPr>
            <p:ph idx="4" type="body"/>
          </p:nvPr>
        </p:nvSpPr>
        <p:spPr>
          <a:xfrm>
            <a:off x="4645152" y="2231020"/>
            <a:ext cx="3420000" cy="2126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25120" lvl="1" marL="914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2pPr>
            <a:lvl3pPr indent="-315468" lvl="2" marL="13716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3pPr>
            <a:lvl4pPr indent="-305816" lvl="3" marL="1828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05816" lvl="5" marL="27432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6pPr>
            <a:lvl7pPr indent="-305816" lvl="6" marL="32004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7pPr>
            <a:lvl8pPr indent="-305816" lvl="7" marL="36576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8pPr>
            <a:lvl9pPr indent="-305816" lvl="8" marL="41148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9pPr>
          </a:lstStyle>
          <a:p/>
        </p:txBody>
      </p:sp>
      <p:sp>
        <p:nvSpPr>
          <p:cNvPr id="131" name="Google Shape;131;p7"/>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2" name="Google Shape;132;p7"/>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3" name="Google Shape;133;p7"/>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8"/>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36" name="Google Shape;136;p8"/>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7" name="Google Shape;137;p8"/>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38" name="Google Shape;138;p8"/>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39" name="Shape 139"/>
        <p:cNvGrpSpPr/>
        <p:nvPr/>
      </p:nvGrpSpPr>
      <p:grpSpPr>
        <a:xfrm>
          <a:off x="0" y="0"/>
          <a:ext cx="0" cy="0"/>
          <a:chOff x="0" y="0"/>
          <a:chExt cx="0" cy="0"/>
        </a:xfrm>
      </p:grpSpPr>
      <p:grpSp>
        <p:nvGrpSpPr>
          <p:cNvPr id="140" name="Google Shape;140;p9"/>
          <p:cNvGrpSpPr/>
          <p:nvPr/>
        </p:nvGrpSpPr>
        <p:grpSpPr>
          <a:xfrm>
            <a:off x="-645041" y="0"/>
            <a:ext cx="10458613" cy="5337692"/>
            <a:chOff x="-645041" y="0"/>
            <a:chExt cx="10458613" cy="7116923"/>
          </a:xfrm>
        </p:grpSpPr>
        <p:grpSp>
          <p:nvGrpSpPr>
            <p:cNvPr id="141" name="Google Shape;141;p9"/>
            <p:cNvGrpSpPr/>
            <p:nvPr/>
          </p:nvGrpSpPr>
          <p:grpSpPr>
            <a:xfrm>
              <a:off x="0" y="0"/>
              <a:ext cx="9144000" cy="6858000"/>
              <a:chOff x="0" y="0"/>
              <a:chExt cx="9144000" cy="6858000"/>
            </a:xfrm>
          </p:grpSpPr>
          <p:grpSp>
            <p:nvGrpSpPr>
              <p:cNvPr id="142" name="Google Shape;142;p9"/>
              <p:cNvGrpSpPr/>
              <p:nvPr/>
            </p:nvGrpSpPr>
            <p:grpSpPr>
              <a:xfrm>
                <a:off x="0" y="0"/>
                <a:ext cx="2514600" cy="6858000"/>
                <a:chOff x="0" y="0"/>
                <a:chExt cx="2514600" cy="6858000"/>
              </a:xfrm>
            </p:grpSpPr>
            <p:sp>
              <p:nvSpPr>
                <p:cNvPr id="143" name="Google Shape;143;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4" name="Google Shape;144;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5" name="Google Shape;145;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46" name="Google Shape;146;p9"/>
              <p:cNvGrpSpPr/>
              <p:nvPr/>
            </p:nvGrpSpPr>
            <p:grpSpPr>
              <a:xfrm>
                <a:off x="422910" y="0"/>
                <a:ext cx="2514600" cy="6858000"/>
                <a:chOff x="0" y="0"/>
                <a:chExt cx="2514600" cy="6858000"/>
              </a:xfrm>
            </p:grpSpPr>
            <p:sp>
              <p:nvSpPr>
                <p:cNvPr id="147" name="Google Shape;147;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8" name="Google Shape;148;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9" name="Google Shape;149;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50" name="Google Shape;150;p9"/>
              <p:cNvGrpSpPr/>
              <p:nvPr/>
            </p:nvGrpSpPr>
            <p:grpSpPr>
              <a:xfrm rot="10800000">
                <a:off x="6629400" y="0"/>
                <a:ext cx="2514600" cy="6858000"/>
                <a:chOff x="0" y="0"/>
                <a:chExt cx="2514600" cy="6858000"/>
              </a:xfrm>
            </p:grpSpPr>
            <p:sp>
              <p:nvSpPr>
                <p:cNvPr id="151" name="Google Shape;151;p9"/>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2" name="Google Shape;152;p9"/>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3" name="Google Shape;153;p9"/>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4" name="Google Shape;154;p9"/>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5" name="Google Shape;155;p9"/>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56" name="Google Shape;156;p9"/>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57" name="Google Shape;157;p9"/>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58" name="Google Shape;158;p9"/>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59" name="Google Shape;159;p9"/>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0" name="Google Shape;160;p9"/>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1" name="Google Shape;161;p9"/>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162" name="Google Shape;162;p9"/>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3" name="Google Shape;163;p9"/>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4" name="Google Shape;164;p9"/>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5" name="Google Shape;165;p9"/>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6" name="Google Shape;166;p9"/>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7" name="Google Shape;167;p9"/>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8" name="Google Shape;168;p9"/>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69" name="Google Shape;169;p9"/>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0" name="Google Shape;170;p9"/>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1" name="Google Shape;171;p9"/>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2" name="Google Shape;172;p9"/>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3" name="Google Shape;173;p9"/>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4" name="Google Shape;174;p9"/>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5" name="Google Shape;175;p9"/>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6" name="Google Shape;176;p9"/>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7" name="Google Shape;177;p9"/>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8" name="Google Shape;178;p9"/>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179" name="Google Shape;179;p9"/>
          <p:cNvSpPr/>
          <p:nvPr/>
        </p:nvSpPr>
        <p:spPr>
          <a:xfrm>
            <a:off x="4561242" y="-16133"/>
            <a:ext cx="3679200" cy="47040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0" name="Google Shape;180;p9"/>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1" name="Google Shape;181;p9"/>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2" name="Google Shape;182;p9"/>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
        <p:nvSpPr>
          <p:cNvPr id="183" name="Google Shape;183;p9"/>
          <p:cNvSpPr/>
          <p:nvPr/>
        </p:nvSpPr>
        <p:spPr>
          <a:xfrm>
            <a:off x="905571" y="451412"/>
            <a:ext cx="3562200" cy="4236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4" name="Google Shape;184;p9"/>
          <p:cNvSpPr txBox="1"/>
          <p:nvPr>
            <p:ph idx="1" type="body"/>
          </p:nvPr>
        </p:nvSpPr>
        <p:spPr>
          <a:xfrm>
            <a:off x="1145894" y="642395"/>
            <a:ext cx="3090300" cy="38631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325120" lvl="5" marL="27432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6pPr>
            <a:lvl7pPr indent="-325120" lvl="6" marL="32004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7pPr>
            <a:lvl8pPr indent="-325120" lvl="7" marL="3657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8pPr>
            <a:lvl9pPr indent="-325120" lvl="8" marL="41148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9pPr>
          </a:lstStyle>
          <a:p/>
        </p:txBody>
      </p:sp>
      <p:sp>
        <p:nvSpPr>
          <p:cNvPr id="185" name="Google Shape;185;p9"/>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6" name="Google Shape;186;p9"/>
          <p:cNvSpPr txBox="1"/>
          <p:nvPr>
            <p:ph idx="11" type="ftr"/>
          </p:nvPr>
        </p:nvSpPr>
        <p:spPr>
          <a:xfrm>
            <a:off x="4641448" y="4293626"/>
            <a:ext cx="34938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87" name="Google Shape;187;p9"/>
          <p:cNvSpPr txBox="1"/>
          <p:nvPr>
            <p:ph type="title"/>
          </p:nvPr>
        </p:nvSpPr>
        <p:spPr>
          <a:xfrm>
            <a:off x="4739833" y="1993075"/>
            <a:ext cx="3304500" cy="109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8" name="Google Shape;188;p9"/>
          <p:cNvSpPr txBox="1"/>
          <p:nvPr>
            <p:ph idx="2" type="body"/>
          </p:nvPr>
        </p:nvSpPr>
        <p:spPr>
          <a:xfrm>
            <a:off x="4736592" y="3102746"/>
            <a:ext cx="3298800" cy="11385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89" name="Shape 189"/>
        <p:cNvGrpSpPr/>
        <p:nvPr/>
      </p:nvGrpSpPr>
      <p:grpSpPr>
        <a:xfrm>
          <a:off x="0" y="0"/>
          <a:ext cx="0" cy="0"/>
          <a:chOff x="0" y="0"/>
          <a:chExt cx="0" cy="0"/>
        </a:xfrm>
      </p:grpSpPr>
      <p:grpSp>
        <p:nvGrpSpPr>
          <p:cNvPr id="190" name="Google Shape;190;p10"/>
          <p:cNvGrpSpPr/>
          <p:nvPr/>
        </p:nvGrpSpPr>
        <p:grpSpPr>
          <a:xfrm>
            <a:off x="-645041" y="0"/>
            <a:ext cx="10458613" cy="5337692"/>
            <a:chOff x="-645041" y="0"/>
            <a:chExt cx="10458613" cy="7116923"/>
          </a:xfrm>
        </p:grpSpPr>
        <p:grpSp>
          <p:nvGrpSpPr>
            <p:cNvPr id="191" name="Google Shape;191;p10"/>
            <p:cNvGrpSpPr/>
            <p:nvPr/>
          </p:nvGrpSpPr>
          <p:grpSpPr>
            <a:xfrm>
              <a:off x="0" y="0"/>
              <a:ext cx="9144000" cy="6858000"/>
              <a:chOff x="0" y="0"/>
              <a:chExt cx="9144000" cy="6858000"/>
            </a:xfrm>
          </p:grpSpPr>
          <p:grpSp>
            <p:nvGrpSpPr>
              <p:cNvPr id="192" name="Google Shape;192;p10"/>
              <p:cNvGrpSpPr/>
              <p:nvPr/>
            </p:nvGrpSpPr>
            <p:grpSpPr>
              <a:xfrm>
                <a:off x="0" y="0"/>
                <a:ext cx="2514600" cy="6858000"/>
                <a:chOff x="0" y="0"/>
                <a:chExt cx="2514600" cy="6858000"/>
              </a:xfrm>
            </p:grpSpPr>
            <p:sp>
              <p:nvSpPr>
                <p:cNvPr id="193" name="Google Shape;193;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4" name="Google Shape;194;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5" name="Google Shape;195;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196" name="Google Shape;196;p10"/>
              <p:cNvGrpSpPr/>
              <p:nvPr/>
            </p:nvGrpSpPr>
            <p:grpSpPr>
              <a:xfrm>
                <a:off x="422910" y="0"/>
                <a:ext cx="2514600" cy="6858000"/>
                <a:chOff x="0" y="0"/>
                <a:chExt cx="2514600" cy="6858000"/>
              </a:xfrm>
            </p:grpSpPr>
            <p:sp>
              <p:nvSpPr>
                <p:cNvPr id="197" name="Google Shape;197;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8" name="Google Shape;198;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99" name="Google Shape;199;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grpSp>
            <p:nvGrpSpPr>
              <p:cNvPr id="200" name="Google Shape;200;p10"/>
              <p:cNvGrpSpPr/>
              <p:nvPr/>
            </p:nvGrpSpPr>
            <p:grpSpPr>
              <a:xfrm rot="10800000">
                <a:off x="6629400" y="0"/>
                <a:ext cx="2514600" cy="6858000"/>
                <a:chOff x="0" y="0"/>
                <a:chExt cx="2514600" cy="6858000"/>
              </a:xfrm>
            </p:grpSpPr>
            <p:sp>
              <p:nvSpPr>
                <p:cNvPr id="201" name="Google Shape;201;p10"/>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2" name="Google Shape;202;p10"/>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3" name="Google Shape;203;p10"/>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4" name="Google Shape;204;p10"/>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5" name="Google Shape;205;p10"/>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06" name="Google Shape;206;p10"/>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07" name="Google Shape;207;p10"/>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8" name="Google Shape;208;p10"/>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9" name="Google Shape;209;p10"/>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0" name="Google Shape;210;p10"/>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1" name="Google Shape;211;p10"/>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12" name="Google Shape;212;p10"/>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3" name="Google Shape;213;p10"/>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4" name="Google Shape;214;p10"/>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5" name="Google Shape;215;p10"/>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6" name="Google Shape;216;p10"/>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7" name="Google Shape;217;p10"/>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8" name="Google Shape;218;p10"/>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19" name="Google Shape;219;p10"/>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0" name="Google Shape;220;p10"/>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1" name="Google Shape;221;p10"/>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2" name="Google Shape;222;p10"/>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3" name="Google Shape;223;p10"/>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4" name="Google Shape;224;p10"/>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5" name="Google Shape;225;p10"/>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6" name="Google Shape;226;p10"/>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7" name="Google Shape;227;p10"/>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28" name="Google Shape;228;p10"/>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grpSp>
      <p:sp>
        <p:nvSpPr>
          <p:cNvPr id="229" name="Google Shape;229;p10"/>
          <p:cNvSpPr/>
          <p:nvPr/>
        </p:nvSpPr>
        <p:spPr>
          <a:xfrm>
            <a:off x="4561242" y="-16133"/>
            <a:ext cx="3679200" cy="47040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0" name="Google Shape;230;p10"/>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1" name="Google Shape;231;p10"/>
          <p:cNvSpPr/>
          <p:nvPr/>
        </p:nvSpPr>
        <p:spPr>
          <a:xfrm>
            <a:off x="905571" y="451412"/>
            <a:ext cx="3562200" cy="4236300"/>
          </a:xfrm>
          <a:prstGeom prst="rect">
            <a:avLst/>
          </a:prstGeom>
          <a:solidFill>
            <a:srgbClr val="FFFFFF"/>
          </a:solidFill>
          <a:ln cap="flat" cmpd="sng" w="952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2" name="Google Shape;232;p10"/>
          <p:cNvSpPr/>
          <p:nvPr/>
        </p:nvSpPr>
        <p:spPr>
          <a:xfrm>
            <a:off x="4650889" y="4566213"/>
            <a:ext cx="3505200" cy="61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233" name="Google Shape;233;p10"/>
          <p:cNvSpPr txBox="1"/>
          <p:nvPr>
            <p:ph type="title"/>
          </p:nvPr>
        </p:nvSpPr>
        <p:spPr>
          <a:xfrm>
            <a:off x="4734424" y="1995678"/>
            <a:ext cx="3300900" cy="109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2800"/>
              <a:buFont typeface="Verdana"/>
              <a:buNone/>
              <a:defRPr b="0" i="0" sz="28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34" name="Google Shape;234;p10"/>
          <p:cNvSpPr/>
          <p:nvPr>
            <p:ph idx="2" type="pic"/>
          </p:nvPr>
        </p:nvSpPr>
        <p:spPr>
          <a:xfrm>
            <a:off x="1005208" y="520346"/>
            <a:ext cx="3359700" cy="4101000"/>
          </a:xfrm>
          <a:prstGeom prst="rect">
            <a:avLst/>
          </a:prstGeom>
          <a:noFill/>
          <a:ln>
            <a:noFill/>
          </a:ln>
        </p:spPr>
        <p:txBody>
          <a:bodyPr anchorCtr="0" anchor="t" bIns="91425" lIns="91425" spcFirstLastPara="1" rIns="91425" wrap="square" tIns="91425">
            <a:noAutofit/>
          </a:bodyPr>
          <a:lstStyle>
            <a:lvl1pPr lvl="0" marR="0" rtl="0" algn="l">
              <a:spcBef>
                <a:spcPts val="640"/>
              </a:spcBef>
              <a:spcAft>
                <a:spcPts val="0"/>
              </a:spcAft>
              <a:buClr>
                <a:schemeClr val="accent1"/>
              </a:buClr>
              <a:buSzPts val="2432"/>
              <a:buFont typeface="Noto Sans Symbols"/>
              <a:buNone/>
              <a:defRPr b="0" i="0" sz="3200" u="none" cap="none" strike="noStrike">
                <a:solidFill>
                  <a:schemeClr val="accent1"/>
                </a:solidFill>
                <a:latin typeface="Verdana"/>
                <a:ea typeface="Verdana"/>
                <a:cs typeface="Verdana"/>
                <a:sym typeface="Verdana"/>
              </a:defRPr>
            </a:lvl1pPr>
            <a:lvl2pPr lvl="1" marR="0" rtl="0" algn="l">
              <a:spcBef>
                <a:spcPts val="560"/>
              </a:spcBef>
              <a:spcAft>
                <a:spcPts val="0"/>
              </a:spcAft>
              <a:buClr>
                <a:schemeClr val="accent1"/>
              </a:buClr>
              <a:buSzPts val="2128"/>
              <a:buFont typeface="Noto Sans Symbols"/>
              <a:buNone/>
              <a:defRPr b="0" i="0" sz="2800" u="none" cap="none" strike="noStrike">
                <a:solidFill>
                  <a:schemeClr val="dk2"/>
                </a:solidFill>
                <a:latin typeface="Verdana"/>
                <a:ea typeface="Verdana"/>
                <a:cs typeface="Verdana"/>
                <a:sym typeface="Verdana"/>
              </a:defRPr>
            </a:lvl2pPr>
            <a:lvl3pPr lvl="2" marR="0" rtl="0" algn="l">
              <a:spcBef>
                <a:spcPts val="480"/>
              </a:spcBef>
              <a:spcAft>
                <a:spcPts val="0"/>
              </a:spcAft>
              <a:buClr>
                <a:schemeClr val="accent1"/>
              </a:buClr>
              <a:buSzPts val="1824"/>
              <a:buFont typeface="Noto Sans Symbols"/>
              <a:buNone/>
              <a:defRPr b="0" i="0" sz="2400" u="none" cap="none" strike="noStrike">
                <a:solidFill>
                  <a:schemeClr val="dk2"/>
                </a:solidFill>
                <a:latin typeface="Verdana"/>
                <a:ea typeface="Verdana"/>
                <a:cs typeface="Verdana"/>
                <a:sym typeface="Verdana"/>
              </a:defRPr>
            </a:lvl3pPr>
            <a:lvl4pPr lvl="3"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4pPr>
            <a:lvl5pPr lvl="4"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5pPr>
            <a:lvl6pPr lvl="5"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6pPr>
            <a:lvl7pPr lvl="6"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7pPr>
            <a:lvl8pPr lvl="7"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8pPr>
            <a:lvl9pPr lvl="8" marR="0" rtl="0" algn="l">
              <a:spcBef>
                <a:spcPts val="400"/>
              </a:spcBef>
              <a:spcAft>
                <a:spcPts val="0"/>
              </a:spcAft>
              <a:buClr>
                <a:schemeClr val="accent1"/>
              </a:buClr>
              <a:buSzPts val="1520"/>
              <a:buFont typeface="Noto Sans Symbols"/>
              <a:buNone/>
              <a:defRPr b="0" i="0" sz="2000" u="none" cap="none" strike="noStrike">
                <a:solidFill>
                  <a:schemeClr val="dk2"/>
                </a:solidFill>
                <a:latin typeface="Verdana"/>
                <a:ea typeface="Verdana"/>
                <a:cs typeface="Verdana"/>
                <a:sym typeface="Verdana"/>
              </a:defRPr>
            </a:lvl9pPr>
          </a:lstStyle>
          <a:p/>
        </p:txBody>
      </p:sp>
      <p:sp>
        <p:nvSpPr>
          <p:cNvPr id="235" name="Google Shape;235;p10"/>
          <p:cNvSpPr txBox="1"/>
          <p:nvPr>
            <p:ph idx="1" type="body"/>
          </p:nvPr>
        </p:nvSpPr>
        <p:spPr>
          <a:xfrm>
            <a:off x="4734630" y="3099816"/>
            <a:ext cx="3300600" cy="11397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320"/>
              </a:spcBef>
              <a:spcAft>
                <a:spcPts val="0"/>
              </a:spcAft>
              <a:buClr>
                <a:schemeClr val="accent1"/>
              </a:buClr>
              <a:buSzPts val="1216"/>
              <a:buFont typeface="Noto Sans Symbols"/>
              <a:buNone/>
              <a:defRPr b="0" i="0" sz="1600" u="none" cap="none" strike="noStrike">
                <a:solidFill>
                  <a:srgbClr val="424242"/>
                </a:solidFill>
                <a:latin typeface="Verdana"/>
                <a:ea typeface="Verdana"/>
                <a:cs typeface="Verdana"/>
                <a:sym typeface="Verdana"/>
              </a:defRPr>
            </a:lvl1pPr>
            <a:lvl2pPr indent="-228600" lvl="1" marL="914400" marR="0" rtl="0" algn="l">
              <a:spcBef>
                <a:spcPts val="240"/>
              </a:spcBef>
              <a:spcAft>
                <a:spcPts val="0"/>
              </a:spcAft>
              <a:buClr>
                <a:schemeClr val="accent1"/>
              </a:buClr>
              <a:buSzPts val="912"/>
              <a:buFont typeface="Noto Sans Symbols"/>
              <a:buNone/>
              <a:defRPr b="0" i="0" sz="1200" u="none" cap="none" strike="noStrike">
                <a:solidFill>
                  <a:schemeClr val="dk2"/>
                </a:solidFill>
                <a:latin typeface="Verdana"/>
                <a:ea typeface="Verdana"/>
                <a:cs typeface="Verdana"/>
                <a:sym typeface="Verdana"/>
              </a:defRPr>
            </a:lvl2pPr>
            <a:lvl3pPr indent="-228600" lvl="2" marL="1371600" marR="0" rtl="0" algn="l">
              <a:spcBef>
                <a:spcPts val="200"/>
              </a:spcBef>
              <a:spcAft>
                <a:spcPts val="0"/>
              </a:spcAft>
              <a:buClr>
                <a:schemeClr val="accent1"/>
              </a:buClr>
              <a:buSzPts val="760"/>
              <a:buFont typeface="Noto Sans Symbols"/>
              <a:buNone/>
              <a:defRPr b="0" i="0" sz="1000" u="none" cap="none" strike="noStrike">
                <a:solidFill>
                  <a:schemeClr val="dk2"/>
                </a:solidFill>
                <a:latin typeface="Verdana"/>
                <a:ea typeface="Verdana"/>
                <a:cs typeface="Verdana"/>
                <a:sym typeface="Verdana"/>
              </a:defRPr>
            </a:lvl3pPr>
            <a:lvl4pPr indent="-228600" lvl="3" marL="1828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4pPr>
            <a:lvl5pPr indent="-228600" lvl="4" marL="22860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5pPr>
            <a:lvl6pPr indent="-228600" lvl="5" marL="27432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6pPr>
            <a:lvl7pPr indent="-228600" lvl="6" marL="32004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7pPr>
            <a:lvl8pPr indent="-228600" lvl="7" marL="36576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8pPr>
            <a:lvl9pPr indent="-228600" lvl="8" marL="4114800" marR="0" rtl="0" algn="l">
              <a:spcBef>
                <a:spcPts val="180"/>
              </a:spcBef>
              <a:spcAft>
                <a:spcPts val="0"/>
              </a:spcAft>
              <a:buClr>
                <a:schemeClr val="accent1"/>
              </a:buClr>
              <a:buSzPts val="684"/>
              <a:buFont typeface="Noto Sans Symbols"/>
              <a:buNone/>
              <a:defRPr b="0" i="0" sz="900" u="none" cap="none" strike="noStrike">
                <a:solidFill>
                  <a:schemeClr val="dk2"/>
                </a:solidFill>
                <a:latin typeface="Verdana"/>
                <a:ea typeface="Verdana"/>
                <a:cs typeface="Verdana"/>
                <a:sym typeface="Verdana"/>
              </a:defRPr>
            </a:lvl9pPr>
          </a:lstStyle>
          <a:p/>
        </p:txBody>
      </p:sp>
      <p:sp>
        <p:nvSpPr>
          <p:cNvPr id="236" name="Google Shape;236;p10"/>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37" name="Google Shape;237;p10"/>
          <p:cNvSpPr txBox="1"/>
          <p:nvPr>
            <p:ph idx="11" type="ftr"/>
          </p:nvPr>
        </p:nvSpPr>
        <p:spPr>
          <a:xfrm>
            <a:off x="4641448" y="4293626"/>
            <a:ext cx="34938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38" name="Google Shape;238;p10"/>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9" name="Shape 239"/>
        <p:cNvGrpSpPr/>
        <p:nvPr/>
      </p:nvGrpSpPr>
      <p:grpSpPr>
        <a:xfrm>
          <a:off x="0" y="0"/>
          <a:ext cx="0" cy="0"/>
          <a:chOff x="0" y="0"/>
          <a:chExt cx="0" cy="0"/>
        </a:xfrm>
      </p:grpSpPr>
      <p:sp>
        <p:nvSpPr>
          <p:cNvPr id="240" name="Google Shape;240;p11"/>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1" name="Google Shape;241;p11"/>
          <p:cNvSpPr txBox="1"/>
          <p:nvPr>
            <p:ph idx="1" type="body"/>
          </p:nvPr>
        </p:nvSpPr>
        <p:spPr>
          <a:xfrm rot="5400000">
            <a:off x="3116359" y="-330111"/>
            <a:ext cx="2631600" cy="67773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2" name="Google Shape;242;p11"/>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3" name="Google Shape;243;p11"/>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4" name="Google Shape;244;p11"/>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5" name="Shape 245"/>
        <p:cNvGrpSpPr/>
        <p:nvPr/>
      </p:nvGrpSpPr>
      <p:grpSpPr>
        <a:xfrm>
          <a:off x="0" y="0"/>
          <a:ext cx="0" cy="0"/>
          <a:chOff x="0" y="0"/>
          <a:chExt cx="0" cy="0"/>
        </a:xfrm>
      </p:grpSpPr>
      <p:sp>
        <p:nvSpPr>
          <p:cNvPr id="246" name="Google Shape;246;p12"/>
          <p:cNvSpPr txBox="1"/>
          <p:nvPr>
            <p:ph type="title"/>
          </p:nvPr>
        </p:nvSpPr>
        <p:spPr>
          <a:xfrm rot="5400000">
            <a:off x="5579003" y="1823060"/>
            <a:ext cx="3585300" cy="14844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47" name="Google Shape;247;p12"/>
          <p:cNvSpPr txBox="1"/>
          <p:nvPr>
            <p:ph idx="1" type="body"/>
          </p:nvPr>
        </p:nvSpPr>
        <p:spPr>
          <a:xfrm rot="5400000">
            <a:off x="1972500" y="-146590"/>
            <a:ext cx="3585300" cy="54237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248" name="Google Shape;248;p12"/>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49" name="Google Shape;249;p12"/>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sz="1200">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250" name="Google Shape;250;p12"/>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sz="1200">
                <a:solidFill>
                  <a:srgbClr val="FEFEFE"/>
                </a:solidFill>
                <a:latin typeface="Verdana"/>
                <a:ea typeface="Verdana"/>
                <a:cs typeface="Verdana"/>
                <a:sym typeface="Verdana"/>
              </a:defRPr>
            </a:lvl1pPr>
            <a:lvl2pPr indent="0" lvl="1" marL="0" marR="0" rtl="0" algn="l">
              <a:spcBef>
                <a:spcPts val="0"/>
              </a:spcBef>
              <a:buNone/>
              <a:defRPr sz="1200">
                <a:solidFill>
                  <a:srgbClr val="FEFEFE"/>
                </a:solidFill>
                <a:latin typeface="Verdana"/>
                <a:ea typeface="Verdana"/>
                <a:cs typeface="Verdana"/>
                <a:sym typeface="Verdana"/>
              </a:defRPr>
            </a:lvl2pPr>
            <a:lvl3pPr indent="0" lvl="2" marL="0" marR="0" rtl="0" algn="l">
              <a:spcBef>
                <a:spcPts val="0"/>
              </a:spcBef>
              <a:buNone/>
              <a:defRPr sz="1200">
                <a:solidFill>
                  <a:srgbClr val="FEFEFE"/>
                </a:solidFill>
                <a:latin typeface="Verdana"/>
                <a:ea typeface="Verdana"/>
                <a:cs typeface="Verdana"/>
                <a:sym typeface="Verdana"/>
              </a:defRPr>
            </a:lvl3pPr>
            <a:lvl4pPr indent="0" lvl="3" marL="0" marR="0" rtl="0" algn="l">
              <a:spcBef>
                <a:spcPts val="0"/>
              </a:spcBef>
              <a:buNone/>
              <a:defRPr sz="1200">
                <a:solidFill>
                  <a:srgbClr val="FEFEFE"/>
                </a:solidFill>
                <a:latin typeface="Verdana"/>
                <a:ea typeface="Verdana"/>
                <a:cs typeface="Verdana"/>
                <a:sym typeface="Verdana"/>
              </a:defRPr>
            </a:lvl4pPr>
            <a:lvl5pPr indent="0" lvl="4" marL="0" marR="0" rtl="0" algn="l">
              <a:spcBef>
                <a:spcPts val="0"/>
              </a:spcBef>
              <a:buNone/>
              <a:defRPr sz="1200">
                <a:solidFill>
                  <a:srgbClr val="FEFEFE"/>
                </a:solidFill>
                <a:latin typeface="Verdana"/>
                <a:ea typeface="Verdana"/>
                <a:cs typeface="Verdana"/>
                <a:sym typeface="Verdana"/>
              </a:defRPr>
            </a:lvl5pPr>
            <a:lvl6pPr indent="0" lvl="5" marL="0" marR="0" rtl="0" algn="l">
              <a:spcBef>
                <a:spcPts val="0"/>
              </a:spcBef>
              <a:buNone/>
              <a:defRPr sz="1200">
                <a:solidFill>
                  <a:srgbClr val="FEFEFE"/>
                </a:solidFill>
                <a:latin typeface="Verdana"/>
                <a:ea typeface="Verdana"/>
                <a:cs typeface="Verdana"/>
                <a:sym typeface="Verdana"/>
              </a:defRPr>
            </a:lvl6pPr>
            <a:lvl7pPr indent="0" lvl="6" marL="0" marR="0" rtl="0" algn="l">
              <a:spcBef>
                <a:spcPts val="0"/>
              </a:spcBef>
              <a:buNone/>
              <a:defRPr sz="1200">
                <a:solidFill>
                  <a:srgbClr val="FEFEFE"/>
                </a:solidFill>
                <a:latin typeface="Verdana"/>
                <a:ea typeface="Verdana"/>
                <a:cs typeface="Verdana"/>
                <a:sym typeface="Verdana"/>
              </a:defRPr>
            </a:lvl7pPr>
            <a:lvl8pPr indent="0" lvl="7" marL="0" marR="0" rtl="0" algn="l">
              <a:spcBef>
                <a:spcPts val="0"/>
              </a:spcBef>
              <a:buNone/>
              <a:defRPr sz="1200">
                <a:solidFill>
                  <a:srgbClr val="FEFEFE"/>
                </a:solidFill>
                <a:latin typeface="Verdana"/>
                <a:ea typeface="Verdana"/>
                <a:cs typeface="Verdana"/>
                <a:sym typeface="Verdana"/>
              </a:defRPr>
            </a:lvl8pPr>
            <a:lvl9pPr indent="0" lvl="8" marL="0" marR="0" rtl="0" algn="l">
              <a:spcBef>
                <a:spcPts val="0"/>
              </a:spcBef>
              <a:buNone/>
              <a:defRPr sz="1200">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F616A"/>
            </a:gs>
            <a:gs pos="62000">
              <a:srgbClr val="505258"/>
            </a:gs>
            <a:gs pos="100000">
              <a:srgbClr val="4A4C4F"/>
            </a:gs>
          </a:gsLst>
          <a:lin ang="5400000" scaled="0"/>
        </a:gradFill>
      </p:bgPr>
    </p:bg>
    <p:spTree>
      <p:nvGrpSpPr>
        <p:cNvPr id="5" name="Shape 5"/>
        <p:cNvGrpSpPr/>
        <p:nvPr/>
      </p:nvGrpSpPr>
      <p:grpSpPr>
        <a:xfrm>
          <a:off x="0" y="0"/>
          <a:ext cx="0" cy="0"/>
          <a:chOff x="0" y="0"/>
          <a:chExt cx="0" cy="0"/>
        </a:xfrm>
      </p:grpSpPr>
      <p:grpSp>
        <p:nvGrpSpPr>
          <p:cNvPr id="6" name="Google Shape;6;p1"/>
          <p:cNvGrpSpPr/>
          <p:nvPr/>
        </p:nvGrpSpPr>
        <p:grpSpPr>
          <a:xfrm>
            <a:off x="-567437" y="0"/>
            <a:ext cx="10458613" cy="5337692"/>
            <a:chOff x="-645041" y="0"/>
            <a:chExt cx="10458613" cy="7116923"/>
          </a:xfrm>
        </p:grpSpPr>
        <p:grpSp>
          <p:nvGrpSpPr>
            <p:cNvPr id="7" name="Google Shape;7;p1"/>
            <p:cNvGrpSpPr/>
            <p:nvPr/>
          </p:nvGrpSpPr>
          <p:grpSpPr>
            <a:xfrm>
              <a:off x="0" y="0"/>
              <a:ext cx="9144000" cy="6858000"/>
              <a:chOff x="0" y="0"/>
              <a:chExt cx="9144000" cy="6858000"/>
            </a:xfrm>
          </p:grpSpPr>
          <p:grpSp>
            <p:nvGrpSpPr>
              <p:cNvPr id="8" name="Google Shape;8;p1"/>
              <p:cNvGrpSpPr/>
              <p:nvPr/>
            </p:nvGrpSpPr>
            <p:grpSpPr>
              <a:xfrm>
                <a:off x="0" y="0"/>
                <a:ext cx="2514600" cy="6858000"/>
                <a:chOff x="0" y="0"/>
                <a:chExt cx="2514600" cy="6858000"/>
              </a:xfrm>
            </p:grpSpPr>
            <p:sp>
              <p:nvSpPr>
                <p:cNvPr id="9" name="Google Shape;9;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0" name="Google Shape;10;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1" name="Google Shape;11;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2" name="Google Shape;12;p1"/>
              <p:cNvGrpSpPr/>
              <p:nvPr/>
            </p:nvGrpSpPr>
            <p:grpSpPr>
              <a:xfrm>
                <a:off x="422910" y="0"/>
                <a:ext cx="2514600" cy="6858000"/>
                <a:chOff x="0" y="0"/>
                <a:chExt cx="2514600" cy="6858000"/>
              </a:xfrm>
            </p:grpSpPr>
            <p:sp>
              <p:nvSpPr>
                <p:cNvPr id="13" name="Google Shape;13;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4" name="Google Shape;14;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5" name="Google Shape;15;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grpSp>
            <p:nvGrpSpPr>
              <p:cNvPr id="16" name="Google Shape;16;p1"/>
              <p:cNvGrpSpPr/>
              <p:nvPr/>
            </p:nvGrpSpPr>
            <p:grpSpPr>
              <a:xfrm rot="10800000">
                <a:off x="6629400" y="0"/>
                <a:ext cx="2514600" cy="6858000"/>
                <a:chOff x="0" y="0"/>
                <a:chExt cx="2514600" cy="6858000"/>
              </a:xfrm>
            </p:grpSpPr>
            <p:sp>
              <p:nvSpPr>
                <p:cNvPr id="17" name="Google Shape;17;p1"/>
                <p:cNvSpPr/>
                <p:nvPr/>
              </p:nvSpPr>
              <p:spPr>
                <a:xfrm>
                  <a:off x="914400" y="0"/>
                  <a:ext cx="1600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8" name="Google Shape;18;p1"/>
                <p:cNvSpPr/>
                <p:nvPr/>
              </p:nvSpPr>
              <p:spPr>
                <a:xfrm>
                  <a:off x="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9" name="Google Shape;19;p1"/>
                <p:cNvSpPr/>
                <p:nvPr/>
              </p:nvSpPr>
              <p:spPr>
                <a:xfrm>
                  <a:off x="2286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0" name="Google Shape;20;p1"/>
              <p:cNvSpPr/>
              <p:nvPr/>
            </p:nvSpPr>
            <p:spPr>
              <a:xfrm>
                <a:off x="3810000" y="0"/>
                <a:ext cx="28194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1" name="Google Shape;21;p1"/>
              <p:cNvSpPr/>
              <p:nvPr/>
            </p:nvSpPr>
            <p:spPr>
              <a:xfrm>
                <a:off x="2895600" y="0"/>
                <a:ext cx="4572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2" name="Google Shape;22;p1"/>
              <p:cNvSpPr/>
              <p:nvPr/>
            </p:nvSpPr>
            <p:spPr>
              <a:xfrm>
                <a:off x="3124200" y="0"/>
                <a:ext cx="762000" cy="6858000"/>
              </a:xfrm>
              <a:prstGeom prst="rect">
                <a:avLst/>
              </a:prstGeom>
              <a:solidFill>
                <a:schemeClr val="lt1">
                  <a:alpha val="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23" name="Google Shape;23;p1"/>
            <p:cNvSpPr/>
            <p:nvPr/>
          </p:nvSpPr>
          <p:spPr>
            <a:xfrm>
              <a:off x="-11875" y="5035138"/>
              <a:ext cx="9144000" cy="1175700"/>
            </a:xfrm>
            <a:custGeom>
              <a:rect b="b" l="l" r="r" t="t"/>
              <a:pathLst>
                <a:path extrusionOk="0" h="120000" w="120000">
                  <a:moveTo>
                    <a:pt x="0" y="113939"/>
                  </a:moveTo>
                  <a:cubicBezTo>
                    <a:pt x="6480" y="116969"/>
                    <a:pt x="12961" y="120000"/>
                    <a:pt x="21974" y="118787"/>
                  </a:cubicBezTo>
                  <a:cubicBezTo>
                    <a:pt x="30986" y="117575"/>
                    <a:pt x="42051" y="116161"/>
                    <a:pt x="54077" y="106666"/>
                  </a:cubicBezTo>
                  <a:cubicBezTo>
                    <a:pt x="66103" y="97171"/>
                    <a:pt x="83142" y="79595"/>
                    <a:pt x="94129" y="61818"/>
                  </a:cubicBezTo>
                  <a:cubicBezTo>
                    <a:pt x="105116" y="44040"/>
                    <a:pt x="116363" y="15757"/>
                    <a:pt x="120000" y="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1"/>
            <p:cNvSpPr/>
            <p:nvPr/>
          </p:nvSpPr>
          <p:spPr>
            <a:xfrm>
              <a:off x="-11875" y="3467595"/>
              <a:ext cx="9144000" cy="890700"/>
            </a:xfrm>
            <a:custGeom>
              <a:rect b="b" l="l" r="r" t="t"/>
              <a:pathLst>
                <a:path extrusionOk="0" h="120000" w="120000">
                  <a:moveTo>
                    <a:pt x="0" y="120000"/>
                  </a:moveTo>
                  <a:cubicBezTo>
                    <a:pt x="3454" y="101199"/>
                    <a:pt x="6909" y="82399"/>
                    <a:pt x="13714" y="63999"/>
                  </a:cubicBezTo>
                  <a:cubicBezTo>
                    <a:pt x="20519" y="45600"/>
                    <a:pt x="30181" y="18666"/>
                    <a:pt x="40831" y="9600"/>
                  </a:cubicBezTo>
                  <a:cubicBezTo>
                    <a:pt x="51480" y="533"/>
                    <a:pt x="64415" y="0"/>
                    <a:pt x="77610" y="9600"/>
                  </a:cubicBezTo>
                  <a:cubicBezTo>
                    <a:pt x="90805" y="19200"/>
                    <a:pt x="112805" y="57600"/>
                    <a:pt x="120000" y="672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1"/>
            <p:cNvSpPr/>
            <p:nvPr/>
          </p:nvSpPr>
          <p:spPr>
            <a:xfrm>
              <a:off x="-23751" y="5640779"/>
              <a:ext cx="3004500" cy="1211400"/>
            </a:xfrm>
            <a:custGeom>
              <a:rect b="b" l="l" r="r" t="t"/>
              <a:pathLst>
                <a:path extrusionOk="0" h="120000" w="120000">
                  <a:moveTo>
                    <a:pt x="0" y="0"/>
                  </a:moveTo>
                  <a:cubicBezTo>
                    <a:pt x="44071" y="49705"/>
                    <a:pt x="88142" y="99411"/>
                    <a:pt x="120000" y="120000"/>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6" name="Google Shape;26;p1"/>
            <p:cNvSpPr/>
            <p:nvPr/>
          </p:nvSpPr>
          <p:spPr>
            <a:xfrm>
              <a:off x="-11875" y="5284519"/>
              <a:ext cx="9144000" cy="1478400"/>
            </a:xfrm>
            <a:custGeom>
              <a:rect b="b" l="l" r="r" t="t"/>
              <a:pathLst>
                <a:path extrusionOk="0" h="120000" w="120000">
                  <a:moveTo>
                    <a:pt x="0" y="0"/>
                  </a:moveTo>
                  <a:cubicBezTo>
                    <a:pt x="3753" y="8112"/>
                    <a:pt x="7506" y="16224"/>
                    <a:pt x="14493" y="27951"/>
                  </a:cubicBezTo>
                  <a:cubicBezTo>
                    <a:pt x="21480" y="39678"/>
                    <a:pt x="31922" y="57670"/>
                    <a:pt x="41922" y="70361"/>
                  </a:cubicBezTo>
                  <a:cubicBezTo>
                    <a:pt x="51922" y="83052"/>
                    <a:pt x="64571" y="96224"/>
                    <a:pt x="74493" y="104096"/>
                  </a:cubicBezTo>
                  <a:cubicBezTo>
                    <a:pt x="84415" y="111967"/>
                    <a:pt x="95116" y="115180"/>
                    <a:pt x="101454" y="117590"/>
                  </a:cubicBezTo>
                  <a:cubicBezTo>
                    <a:pt x="107792" y="120000"/>
                    <a:pt x="109428" y="118875"/>
                    <a:pt x="112519" y="118554"/>
                  </a:cubicBezTo>
                  <a:cubicBezTo>
                    <a:pt x="115610" y="118232"/>
                    <a:pt x="117805" y="116947"/>
                    <a:pt x="120000" y="115662"/>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7" name="Google Shape;27;p1"/>
            <p:cNvSpPr/>
            <p:nvPr/>
          </p:nvSpPr>
          <p:spPr>
            <a:xfrm>
              <a:off x="2137558" y="5132120"/>
              <a:ext cx="6982800" cy="1719900"/>
            </a:xfrm>
            <a:custGeom>
              <a:rect b="b" l="l" r="r" t="t"/>
              <a:pathLst>
                <a:path extrusionOk="0" h="120000" w="120000">
                  <a:moveTo>
                    <a:pt x="0" y="120000"/>
                  </a:moveTo>
                  <a:cubicBezTo>
                    <a:pt x="2789" y="107226"/>
                    <a:pt x="5578" y="94453"/>
                    <a:pt x="9387" y="82715"/>
                  </a:cubicBezTo>
                  <a:cubicBezTo>
                    <a:pt x="13197" y="70978"/>
                    <a:pt x="18469" y="58273"/>
                    <a:pt x="22857" y="49574"/>
                  </a:cubicBezTo>
                  <a:cubicBezTo>
                    <a:pt x="27244" y="40874"/>
                    <a:pt x="29931" y="37007"/>
                    <a:pt x="35714" y="30517"/>
                  </a:cubicBezTo>
                  <a:cubicBezTo>
                    <a:pt x="41496" y="24027"/>
                    <a:pt x="52040" y="14913"/>
                    <a:pt x="57551" y="10632"/>
                  </a:cubicBezTo>
                  <a:cubicBezTo>
                    <a:pt x="63061" y="6352"/>
                    <a:pt x="63911" y="6490"/>
                    <a:pt x="68775" y="4833"/>
                  </a:cubicBezTo>
                  <a:cubicBezTo>
                    <a:pt x="73639" y="3176"/>
                    <a:pt x="81326" y="1380"/>
                    <a:pt x="86734" y="690"/>
                  </a:cubicBezTo>
                  <a:cubicBezTo>
                    <a:pt x="92142" y="0"/>
                    <a:pt x="101224" y="690"/>
                    <a:pt x="101224" y="690"/>
                  </a:cubicBezTo>
                  <a:lnTo>
                    <a:pt x="111632" y="690"/>
                  </a:lnTo>
                  <a:cubicBezTo>
                    <a:pt x="114523" y="966"/>
                    <a:pt x="117176" y="1933"/>
                    <a:pt x="118571" y="2347"/>
                  </a:cubicBezTo>
                  <a:cubicBezTo>
                    <a:pt x="119965" y="2761"/>
                    <a:pt x="119489" y="2623"/>
                    <a:pt x="120000" y="3176"/>
                  </a:cubicBezTo>
                </a:path>
              </a:pathLst>
            </a:custGeom>
            <a:noFill/>
            <a:ln cap="flat" cmpd="sng" w="9525">
              <a:solidFill>
                <a:schemeClr val="lt1">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8" name="Google Shape;28;p1"/>
            <p:cNvSpPr/>
            <p:nvPr/>
          </p:nvSpPr>
          <p:spPr>
            <a:xfrm rot="1799950">
              <a:off x="2996127" y="2859222"/>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29" name="Google Shape;29;p1"/>
            <p:cNvSpPr/>
            <p:nvPr/>
          </p:nvSpPr>
          <p:spPr>
            <a:xfrm rot="1799950">
              <a:off x="3720027" y="41260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0" name="Google Shape;30;p1"/>
            <p:cNvSpPr/>
            <p:nvPr/>
          </p:nvSpPr>
          <p:spPr>
            <a:xfrm rot="1799950">
              <a:off x="3729553" y="1592397"/>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1" name="Google Shape;31;p1"/>
            <p:cNvSpPr/>
            <p:nvPr/>
          </p:nvSpPr>
          <p:spPr>
            <a:xfrm rot="1799950">
              <a:off x="2977077" y="325573"/>
              <a:ext cx="1601441" cy="1388149"/>
            </a:xfrm>
            <a:prstGeom prst="hexagon">
              <a:avLst>
                <a:gd fmla="val 28544" name="adj"/>
                <a:gd fmla="val 115470" name="vf"/>
              </a:avLst>
            </a:prstGeom>
            <a:solidFill>
              <a:schemeClr val="lt1">
                <a:alpha val="3922"/>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2" name="Google Shape;32;p1"/>
            <p:cNvSpPr/>
            <p:nvPr/>
          </p:nvSpPr>
          <p:spPr>
            <a:xfrm rot="1799950">
              <a:off x="4462976" y="5383348"/>
              <a:ext cx="1601441" cy="1388149"/>
            </a:xfrm>
            <a:prstGeom prst="hexagon">
              <a:avLst>
                <a:gd fmla="val 28544" name="adj"/>
                <a:gd fmla="val 115470" name="vf"/>
              </a:avLst>
            </a:prstGeom>
            <a:solidFill>
              <a:schemeClr val="lt1">
                <a:alpha val="588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3" name="Google Shape;33;p1"/>
            <p:cNvSpPr/>
            <p:nvPr/>
          </p:nvSpPr>
          <p:spPr>
            <a:xfrm rot="1799498">
              <a:off x="-382400" y="4201423"/>
              <a:ext cx="1261519" cy="1388149"/>
            </a:xfrm>
            <a:custGeom>
              <a:rect b="b" l="l" r="r" t="t"/>
              <a:pathLst>
                <a:path extrusionOk="0" h="120000" w="120000">
                  <a:moveTo>
                    <a:pt x="0" y="9084"/>
                  </a:moveTo>
                  <a:lnTo>
                    <a:pt x="5360" y="0"/>
                  </a:lnTo>
                  <a:lnTo>
                    <a:pt x="82305" y="0"/>
                  </a:lnTo>
                  <a:lnTo>
                    <a:pt x="120000" y="60000"/>
                  </a:lnTo>
                  <a:lnTo>
                    <a:pt x="82305" y="120000"/>
                  </a:lnTo>
                  <a:lnTo>
                    <a:pt x="70827" y="119970"/>
                  </a:lnTo>
                  <a:lnTo>
                    <a:pt x="0" y="9084"/>
                  </a:lnTo>
                  <a:close/>
                </a:path>
              </a:pathLst>
            </a:cu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4" name="Google Shape;34;p1"/>
            <p:cNvSpPr/>
            <p:nvPr/>
          </p:nvSpPr>
          <p:spPr>
            <a:xfrm rot="1799950">
              <a:off x="24327" y="540239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5" name="Google Shape;35;p1"/>
            <p:cNvSpPr/>
            <p:nvPr/>
          </p:nvSpPr>
          <p:spPr>
            <a:xfrm rot="1799950">
              <a:off x="52903" y="284969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6" name="Google Shape;36;p1"/>
            <p:cNvSpPr/>
            <p:nvPr/>
          </p:nvSpPr>
          <p:spPr>
            <a:xfrm rot="1799950">
              <a:off x="776802" y="4126047"/>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7" name="Google Shape;37;p1"/>
            <p:cNvSpPr/>
            <p:nvPr/>
          </p:nvSpPr>
          <p:spPr>
            <a:xfrm rot="1799950">
              <a:off x="1510227" y="54119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8" name="Google Shape;38;p1"/>
            <p:cNvSpPr/>
            <p:nvPr/>
          </p:nvSpPr>
          <p:spPr>
            <a:xfrm rot="1799950">
              <a:off x="1529278" y="2859222"/>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39" name="Google Shape;39;p1"/>
            <p:cNvSpPr/>
            <p:nvPr/>
          </p:nvSpPr>
          <p:spPr>
            <a:xfrm rot="1799950">
              <a:off x="795852" y="1563823"/>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0" name="Google Shape;40;p1"/>
            <p:cNvSpPr/>
            <p:nvPr/>
          </p:nvSpPr>
          <p:spPr>
            <a:xfrm rot="1799950">
              <a:off x="6806128" y="4145098"/>
              <a:ext cx="1601441" cy="1388149"/>
            </a:xfrm>
            <a:prstGeom prst="hexagon">
              <a:avLst>
                <a:gd fmla="val 28544" name="adj"/>
                <a:gd fmla="val 115470" name="vf"/>
              </a:avLst>
            </a:prstGeom>
            <a:solidFill>
              <a:schemeClr val="lt1">
                <a:alpha val="9804"/>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1" name="Google Shape;41;p1"/>
            <p:cNvSpPr/>
            <p:nvPr/>
          </p:nvSpPr>
          <p:spPr>
            <a:xfrm rot="1799950">
              <a:off x="7549078" y="5421448"/>
              <a:ext cx="1601441" cy="1388149"/>
            </a:xfrm>
            <a:prstGeom prst="hexagon">
              <a:avLst>
                <a:gd fmla="val 28544" name="adj"/>
                <a:gd fmla="val 115470" name="vf"/>
              </a:avLst>
            </a:pr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2" name="Google Shape;42;p1"/>
            <p:cNvSpPr/>
            <p:nvPr/>
          </p:nvSpPr>
          <p:spPr>
            <a:xfrm rot="1799950">
              <a:off x="7549079" y="2868748"/>
              <a:ext cx="1601441" cy="1388149"/>
            </a:xfrm>
            <a:prstGeom prst="hexagon">
              <a:avLst>
                <a:gd fmla="val 28544" name="adj"/>
                <a:gd fmla="val 115470" name="vf"/>
              </a:avLst>
            </a:prstGeom>
            <a:solidFill>
              <a:schemeClr val="lt1">
                <a:alpha val="6667"/>
              </a:schemeClr>
            </a:solidFill>
            <a:ln cap="flat" cmpd="sng" w="12700">
              <a:solidFill>
                <a:schemeClr val="lt1">
                  <a:alpha val="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3" name="Google Shape;43;p1"/>
            <p:cNvSpPr/>
            <p:nvPr/>
          </p:nvSpPr>
          <p:spPr>
            <a:xfrm rot="1799921">
              <a:off x="8306498" y="4055547"/>
              <a:ext cx="1243250" cy="1388149"/>
            </a:xfrm>
            <a:custGeom>
              <a:rect b="b" l="l" r="r" t="t"/>
              <a:pathLst>
                <a:path extrusionOk="0" h="120000" w="120000">
                  <a:moveTo>
                    <a:pt x="0" y="60000"/>
                  </a:moveTo>
                  <a:lnTo>
                    <a:pt x="38242" y="0"/>
                  </a:lnTo>
                  <a:lnTo>
                    <a:pt x="45748" y="347"/>
                  </a:lnTo>
                  <a:lnTo>
                    <a:pt x="120000" y="114618"/>
                  </a:lnTo>
                  <a:lnTo>
                    <a:pt x="116307" y="120000"/>
                  </a:lnTo>
                  <a:lnTo>
                    <a:pt x="38242" y="120000"/>
                  </a:lnTo>
                  <a:lnTo>
                    <a:pt x="0" y="60000"/>
                  </a:lnTo>
                  <a:close/>
                </a:path>
              </a:pathLst>
            </a:custGeom>
            <a:solidFill>
              <a:schemeClr val="lt1">
                <a:alpha val="3922"/>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4" name="Google Shape;44;p1"/>
            <p:cNvSpPr/>
            <p:nvPr/>
          </p:nvSpPr>
          <p:spPr>
            <a:xfrm rot="1800143">
              <a:off x="8306711" y="1511530"/>
              <a:ext cx="1241910" cy="1388819"/>
            </a:xfrm>
            <a:custGeom>
              <a:rect b="b" l="l" r="r" t="t"/>
              <a:pathLst>
                <a:path extrusionOk="0" h="120000" w="120000">
                  <a:moveTo>
                    <a:pt x="0" y="60025"/>
                  </a:moveTo>
                  <a:lnTo>
                    <a:pt x="38289" y="50"/>
                  </a:lnTo>
                  <a:lnTo>
                    <a:pt x="46575" y="0"/>
                  </a:lnTo>
                  <a:lnTo>
                    <a:pt x="120000" y="114391"/>
                  </a:lnTo>
                  <a:lnTo>
                    <a:pt x="116450" y="120000"/>
                  </a:lnTo>
                  <a:lnTo>
                    <a:pt x="38289" y="120000"/>
                  </a:lnTo>
                  <a:lnTo>
                    <a:pt x="0" y="60025"/>
                  </a:lnTo>
                  <a:close/>
                </a:path>
              </a:pathLst>
            </a:custGeom>
            <a:solidFill>
              <a:schemeClr val="lt1">
                <a:alpha val="0"/>
              </a:schemeClr>
            </a:solidFill>
            <a:ln cap="flat" cmpd="sng" w="12700">
              <a:solidFill>
                <a:schemeClr val="lt1">
                  <a:alpha val="1176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grpSp>
      <p:sp>
        <p:nvSpPr>
          <p:cNvPr id="45" name="Google Shape;45;p1"/>
          <p:cNvSpPr/>
          <p:nvPr/>
        </p:nvSpPr>
        <p:spPr>
          <a:xfrm>
            <a:off x="457200" y="250115"/>
            <a:ext cx="8229600" cy="4639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6" name="Google Shape;46;p1"/>
          <p:cNvSpPr/>
          <p:nvPr/>
        </p:nvSpPr>
        <p:spPr>
          <a:xfrm>
            <a:off x="4561242" y="-16133"/>
            <a:ext cx="3679200" cy="524400"/>
          </a:xfrm>
          <a:prstGeom prst="rect">
            <a:avLst/>
          </a:prstGeom>
          <a:solidFill>
            <a:srgbClr val="F5F5F5"/>
          </a:solidFill>
          <a:ln cap="flat" cmpd="sng" w="15875">
            <a:solidFill>
              <a:srgbClr val="33353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7" name="Google Shape;47;p1"/>
          <p:cNvSpPr/>
          <p:nvPr/>
        </p:nvSpPr>
        <p:spPr>
          <a:xfrm>
            <a:off x="4649096" y="-16132"/>
            <a:ext cx="3505200" cy="46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48" name="Google Shape;48;p1"/>
          <p:cNvSpPr txBox="1"/>
          <p:nvPr>
            <p:ph type="title"/>
          </p:nvPr>
        </p:nvSpPr>
        <p:spPr>
          <a:xfrm>
            <a:off x="1043490" y="770748"/>
            <a:ext cx="7024800" cy="857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Clr>
                <a:schemeClr val="accent1"/>
              </a:buClr>
              <a:buSzPts val="4000"/>
              <a:buFont typeface="Verdana"/>
              <a:buNone/>
              <a:defRPr b="0" i="0" sz="40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49" name="Google Shape;49;p1"/>
          <p:cNvSpPr txBox="1"/>
          <p:nvPr>
            <p:ph idx="1" type="body"/>
          </p:nvPr>
        </p:nvSpPr>
        <p:spPr>
          <a:xfrm>
            <a:off x="1043492" y="1742739"/>
            <a:ext cx="6777300" cy="2631600"/>
          </a:xfrm>
          <a:prstGeom prst="rect">
            <a:avLst/>
          </a:prstGeom>
          <a:noFill/>
          <a:ln>
            <a:noFill/>
          </a:ln>
        </p:spPr>
        <p:txBody>
          <a:bodyPr anchorCtr="0" anchor="t" bIns="91425" lIns="91425" spcFirstLastPara="1" rIns="91425" wrap="square" tIns="91425">
            <a:noAutofit/>
          </a:bodyPr>
          <a:lstStyle>
            <a:lvl1pPr indent="-344424" lvl="0" marL="457200" marR="0" rtl="0" algn="l">
              <a:spcBef>
                <a:spcPts val="480"/>
              </a:spcBef>
              <a:spcAft>
                <a:spcPts val="0"/>
              </a:spcAft>
              <a:buClr>
                <a:schemeClr val="accent1"/>
              </a:buClr>
              <a:buSzPts val="1824"/>
              <a:buFont typeface="Noto Sans Symbols"/>
              <a:buChar char="○"/>
              <a:defRPr b="0" i="0" sz="2400" u="none" cap="none" strike="noStrike">
                <a:solidFill>
                  <a:schemeClr val="dk2"/>
                </a:solidFill>
                <a:latin typeface="Verdana"/>
                <a:ea typeface="Verdana"/>
                <a:cs typeface="Verdana"/>
                <a:sym typeface="Verdana"/>
              </a:defRPr>
            </a:lvl1pPr>
            <a:lvl2pPr indent="-334772" lvl="1" marL="914400" marR="0" rtl="0" algn="l">
              <a:spcBef>
                <a:spcPts val="440"/>
              </a:spcBef>
              <a:spcAft>
                <a:spcPts val="0"/>
              </a:spcAft>
              <a:buClr>
                <a:schemeClr val="accent1"/>
              </a:buClr>
              <a:buSzPts val="1672"/>
              <a:buFont typeface="Noto Sans Symbols"/>
              <a:buChar char="○"/>
              <a:defRPr b="0" i="0" sz="2200" u="none" cap="none" strike="noStrike">
                <a:solidFill>
                  <a:schemeClr val="dk2"/>
                </a:solidFill>
                <a:latin typeface="Verdana"/>
                <a:ea typeface="Verdana"/>
                <a:cs typeface="Verdana"/>
                <a:sym typeface="Verdana"/>
              </a:defRPr>
            </a:lvl2pPr>
            <a:lvl3pPr indent="-325120" lvl="2" marL="1371600" marR="0" rtl="0" algn="l">
              <a:spcBef>
                <a:spcPts val="400"/>
              </a:spcBef>
              <a:spcAft>
                <a:spcPts val="0"/>
              </a:spcAft>
              <a:buClr>
                <a:schemeClr val="accent1"/>
              </a:buClr>
              <a:buSzPts val="1520"/>
              <a:buFont typeface="Noto Sans Symbols"/>
              <a:buChar char="○"/>
              <a:defRPr b="0" i="0" sz="2000" u="none" cap="none" strike="noStrike">
                <a:solidFill>
                  <a:schemeClr val="dk2"/>
                </a:solidFill>
                <a:latin typeface="Verdana"/>
                <a:ea typeface="Verdana"/>
                <a:cs typeface="Verdana"/>
                <a:sym typeface="Verdana"/>
              </a:defRPr>
            </a:lvl3pPr>
            <a:lvl4pPr indent="-315468" lvl="3" marL="1828800" marR="0" rtl="0" algn="l">
              <a:spcBef>
                <a:spcPts val="360"/>
              </a:spcBef>
              <a:spcAft>
                <a:spcPts val="0"/>
              </a:spcAft>
              <a:buClr>
                <a:schemeClr val="accent1"/>
              </a:buClr>
              <a:buSzPts val="1368"/>
              <a:buFont typeface="Noto Sans Symbols"/>
              <a:buChar char="○"/>
              <a:defRPr b="0" i="0" sz="1800" u="none" cap="none" strike="noStrike">
                <a:solidFill>
                  <a:schemeClr val="dk2"/>
                </a:solidFill>
                <a:latin typeface="Verdana"/>
                <a:ea typeface="Verdana"/>
                <a:cs typeface="Verdana"/>
                <a:sym typeface="Verdana"/>
              </a:defRPr>
            </a:lvl4pPr>
            <a:lvl5pPr indent="-305816" lvl="4" marL="2286000" marR="0" rtl="0" algn="l">
              <a:spcBef>
                <a:spcPts val="320"/>
              </a:spcBef>
              <a:spcAft>
                <a:spcPts val="0"/>
              </a:spcAft>
              <a:buClr>
                <a:schemeClr val="accent1"/>
              </a:buClr>
              <a:buSzPts val="1216"/>
              <a:buFont typeface="Noto Sans Symbols"/>
              <a:buChar char="○"/>
              <a:defRPr b="0" i="0" sz="1600" u="none" cap="none" strike="noStrike">
                <a:solidFill>
                  <a:schemeClr val="dk2"/>
                </a:solidFill>
                <a:latin typeface="Verdana"/>
                <a:ea typeface="Verdana"/>
                <a:cs typeface="Verdana"/>
                <a:sym typeface="Verdana"/>
              </a:defRPr>
            </a:lvl5pPr>
            <a:lvl6pPr indent="-296164" lvl="5" marL="27432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6pPr>
            <a:lvl7pPr indent="-296164" lvl="6" marL="32004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7pPr>
            <a:lvl8pPr indent="-296164" lvl="7" marL="36576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8pPr>
            <a:lvl9pPr indent="-296164" lvl="8" marL="4114800" marR="0" rtl="0" algn="l">
              <a:spcBef>
                <a:spcPts val="280"/>
              </a:spcBef>
              <a:spcAft>
                <a:spcPts val="0"/>
              </a:spcAft>
              <a:buClr>
                <a:schemeClr val="accent1"/>
              </a:buClr>
              <a:buSzPts val="1064"/>
              <a:buFont typeface="Noto Sans Symbols"/>
              <a:buChar char="○"/>
              <a:defRPr b="0" i="0" sz="1400" u="none" cap="none" strike="noStrike">
                <a:solidFill>
                  <a:schemeClr val="dk2"/>
                </a:solidFill>
                <a:latin typeface="Verdana"/>
                <a:ea typeface="Verdana"/>
                <a:cs typeface="Verdana"/>
                <a:sym typeface="Verdana"/>
              </a:defRPr>
            </a:lvl9pPr>
          </a:lstStyle>
          <a:p/>
        </p:txBody>
      </p:sp>
      <p:sp>
        <p:nvSpPr>
          <p:cNvPr id="50" name="Google Shape;50;p1"/>
          <p:cNvSpPr txBox="1"/>
          <p:nvPr>
            <p:ph idx="10" type="dt"/>
          </p:nvPr>
        </p:nvSpPr>
        <p:spPr>
          <a:xfrm>
            <a:off x="5997388" y="168369"/>
            <a:ext cx="21336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rgbClr val="FEFEFE"/>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1" name="Google Shape;51;p1"/>
          <p:cNvSpPr txBox="1"/>
          <p:nvPr>
            <p:ph idx="11" type="ftr"/>
          </p:nvPr>
        </p:nvSpPr>
        <p:spPr>
          <a:xfrm>
            <a:off x="4641448" y="4389120"/>
            <a:ext cx="3502200" cy="273900"/>
          </a:xfrm>
          <a:prstGeom prst="rect">
            <a:avLst/>
          </a:prstGeom>
          <a:noFill/>
          <a:ln>
            <a:noFill/>
          </a:ln>
        </p:spPr>
        <p:txBody>
          <a:bodyPr anchorCtr="0" anchor="ctr" bIns="91425" lIns="91425" spcFirstLastPara="1" rIns="91425" wrap="square" tIns="91425">
            <a:noAutofit/>
          </a:bodyPr>
          <a:lstStyle>
            <a:lvl1pPr lvl="0" marR="0" rtl="0" algn="r">
              <a:spcBef>
                <a:spcPts val="0"/>
              </a:spcBef>
              <a:spcAft>
                <a:spcPts val="0"/>
              </a:spcAft>
              <a:buSzPts val="1400"/>
              <a:buNone/>
              <a:defRPr b="0" i="0" sz="1200" u="none" cap="none" strike="noStrike">
                <a:solidFill>
                  <a:schemeClr val="accent1"/>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2" name="Google Shape;52;p1"/>
          <p:cNvSpPr txBox="1"/>
          <p:nvPr>
            <p:ph idx="12" type="sldNum"/>
          </p:nvPr>
        </p:nvSpPr>
        <p:spPr>
          <a:xfrm>
            <a:off x="4649096" y="168368"/>
            <a:ext cx="13323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FEFEFE"/>
                </a:solidFill>
                <a:latin typeface="Verdana"/>
                <a:ea typeface="Verdana"/>
                <a:cs typeface="Verdana"/>
                <a:sym typeface="Verdana"/>
              </a:defRPr>
            </a:lvl1pPr>
            <a:lvl2pPr indent="0" lvl="1" marL="0" marR="0" rtl="0" algn="l">
              <a:spcBef>
                <a:spcPts val="0"/>
              </a:spcBef>
              <a:buNone/>
              <a:defRPr b="0" i="0" sz="1200" u="none" cap="none" strike="noStrike">
                <a:solidFill>
                  <a:srgbClr val="FEFEFE"/>
                </a:solidFill>
                <a:latin typeface="Verdana"/>
                <a:ea typeface="Verdana"/>
                <a:cs typeface="Verdana"/>
                <a:sym typeface="Verdana"/>
              </a:defRPr>
            </a:lvl2pPr>
            <a:lvl3pPr indent="0" lvl="2" marL="0" marR="0" rtl="0" algn="l">
              <a:spcBef>
                <a:spcPts val="0"/>
              </a:spcBef>
              <a:buNone/>
              <a:defRPr b="0" i="0" sz="1200" u="none" cap="none" strike="noStrike">
                <a:solidFill>
                  <a:srgbClr val="FEFEFE"/>
                </a:solidFill>
                <a:latin typeface="Verdana"/>
                <a:ea typeface="Verdana"/>
                <a:cs typeface="Verdana"/>
                <a:sym typeface="Verdana"/>
              </a:defRPr>
            </a:lvl3pPr>
            <a:lvl4pPr indent="0" lvl="3" marL="0" marR="0" rtl="0" algn="l">
              <a:spcBef>
                <a:spcPts val="0"/>
              </a:spcBef>
              <a:buNone/>
              <a:defRPr b="0" i="0" sz="1200" u="none" cap="none" strike="noStrike">
                <a:solidFill>
                  <a:srgbClr val="FEFEFE"/>
                </a:solidFill>
                <a:latin typeface="Verdana"/>
                <a:ea typeface="Verdana"/>
                <a:cs typeface="Verdana"/>
                <a:sym typeface="Verdana"/>
              </a:defRPr>
            </a:lvl4pPr>
            <a:lvl5pPr indent="0" lvl="4" marL="0" marR="0" rtl="0" algn="l">
              <a:spcBef>
                <a:spcPts val="0"/>
              </a:spcBef>
              <a:buNone/>
              <a:defRPr b="0" i="0" sz="1200" u="none" cap="none" strike="noStrike">
                <a:solidFill>
                  <a:srgbClr val="FEFEFE"/>
                </a:solidFill>
                <a:latin typeface="Verdana"/>
                <a:ea typeface="Verdana"/>
                <a:cs typeface="Verdana"/>
                <a:sym typeface="Verdana"/>
              </a:defRPr>
            </a:lvl5pPr>
            <a:lvl6pPr indent="0" lvl="5" marL="0" marR="0" rtl="0" algn="l">
              <a:spcBef>
                <a:spcPts val="0"/>
              </a:spcBef>
              <a:buNone/>
              <a:defRPr b="0" i="0" sz="1200" u="none" cap="none" strike="noStrike">
                <a:solidFill>
                  <a:srgbClr val="FEFEFE"/>
                </a:solidFill>
                <a:latin typeface="Verdana"/>
                <a:ea typeface="Verdana"/>
                <a:cs typeface="Verdana"/>
                <a:sym typeface="Verdana"/>
              </a:defRPr>
            </a:lvl6pPr>
            <a:lvl7pPr indent="0" lvl="6" marL="0" marR="0" rtl="0" algn="l">
              <a:spcBef>
                <a:spcPts val="0"/>
              </a:spcBef>
              <a:buNone/>
              <a:defRPr b="0" i="0" sz="1200" u="none" cap="none" strike="noStrike">
                <a:solidFill>
                  <a:srgbClr val="FEFEFE"/>
                </a:solidFill>
                <a:latin typeface="Verdana"/>
                <a:ea typeface="Verdana"/>
                <a:cs typeface="Verdana"/>
                <a:sym typeface="Verdana"/>
              </a:defRPr>
            </a:lvl7pPr>
            <a:lvl8pPr indent="0" lvl="7" marL="0" marR="0" rtl="0" algn="l">
              <a:spcBef>
                <a:spcPts val="0"/>
              </a:spcBef>
              <a:buNone/>
              <a:defRPr b="0" i="0" sz="1200" u="none" cap="none" strike="noStrike">
                <a:solidFill>
                  <a:srgbClr val="FEFEFE"/>
                </a:solidFill>
                <a:latin typeface="Verdana"/>
                <a:ea typeface="Verdana"/>
                <a:cs typeface="Verdana"/>
                <a:sym typeface="Verdana"/>
              </a:defRPr>
            </a:lvl8pPr>
            <a:lvl9pPr indent="0" lvl="8" marL="0" marR="0" rtl="0" algn="l">
              <a:spcBef>
                <a:spcPts val="0"/>
              </a:spcBef>
              <a:buNone/>
              <a:defRPr b="0" i="0" sz="1200" u="none" cap="none" strike="noStrike">
                <a:solidFill>
                  <a:srgbClr val="FEFEFE"/>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24.png"/><Relationship Id="rId5"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o0DYP-u1rNM" TargetMode="Externa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youtube.com/watch?v=nnCrnWOiKG4" TargetMode="External"/><Relationship Id="rId4"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www.youtube.com/watch?v=MJxxFwVu1OM" TargetMode="External"/><Relationship Id="rId4"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www.youtube.com/watch?v=Ie2j7GpC4JU" TargetMode="External"/><Relationship Id="rId4"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www.youtube.com/watch?v=T8lKKlnnC6M" TargetMode="External"/><Relationship Id="rId4" Type="http://schemas.openxmlformats.org/officeDocument/2006/relationships/image" Target="../media/image16.jpg"/><Relationship Id="rId5" Type="http://schemas.openxmlformats.org/officeDocument/2006/relationships/hyperlink" Target="http://www.youtube.com/watch?v=LkGOGzpbrCk" TargetMode="External"/><Relationship Id="rId6" Type="http://schemas.openxmlformats.org/officeDocument/2006/relationships/image" Target="../media/image17.jpg"/><Relationship Id="rId7" Type="http://schemas.openxmlformats.org/officeDocument/2006/relationships/hyperlink" Target="http://www.youtube.com/watch?v=98-6WfdumZY" TargetMode="External"/><Relationship Id="rId8" Type="http://schemas.openxmlformats.org/officeDocument/2006/relationships/image" Target="../media/image1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www.youtube.com/watch?v=ryGMI3SpxCE" TargetMode="External"/><Relationship Id="rId4" Type="http://schemas.openxmlformats.org/officeDocument/2006/relationships/image" Target="../media/image34.jpg"/><Relationship Id="rId5" Type="http://schemas.openxmlformats.org/officeDocument/2006/relationships/image" Target="../media/image31.png"/><Relationship Id="rId6" Type="http://schemas.openxmlformats.org/officeDocument/2006/relationships/image" Target="../media/image20.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0.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hyperlink" Target="https://bottomlineinc.com/health/hearing-aids/soundbite-hearing-aid-worn-inside-the-mout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3"/>
          <p:cNvSpPr txBox="1"/>
          <p:nvPr>
            <p:ph type="ctrTitle"/>
          </p:nvPr>
        </p:nvSpPr>
        <p:spPr>
          <a:xfrm>
            <a:off x="4733365" y="2031357"/>
            <a:ext cx="3313500" cy="127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Chapter 12</a:t>
            </a:r>
            <a:endParaRPr/>
          </a:p>
        </p:txBody>
      </p:sp>
      <p:sp>
        <p:nvSpPr>
          <p:cNvPr id="256" name="Google Shape;256;p13"/>
          <p:cNvSpPr txBox="1"/>
          <p:nvPr>
            <p:ph idx="1" type="subTitle"/>
          </p:nvPr>
        </p:nvSpPr>
        <p:spPr>
          <a:xfrm>
            <a:off x="4733365" y="3315810"/>
            <a:ext cx="3309900" cy="945600"/>
          </a:xfrm>
          <a:prstGeom prst="rect">
            <a:avLst/>
          </a:prstGeom>
        </p:spPr>
        <p:txBody>
          <a:bodyPr anchorCtr="0" anchor="t" bIns="91425" lIns="91425" spcFirstLastPara="1" rIns="91425" wrap="square" tIns="91425">
            <a:noAutofit/>
          </a:bodyPr>
          <a:lstStyle/>
          <a:p>
            <a:pPr indent="0" lvl="0" marL="0" rtl="0" algn="l">
              <a:spcBef>
                <a:spcPts val="360"/>
              </a:spcBef>
              <a:spcAft>
                <a:spcPts val="0"/>
              </a:spcAft>
              <a:buNone/>
            </a:pPr>
            <a:r>
              <a:rPr lang="en"/>
              <a:t>Sensory Reception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4"/>
          <p:cNvSpPr txBox="1"/>
          <p:nvPr>
            <p:ph idx="4294967295" type="title"/>
          </p:nvPr>
        </p:nvSpPr>
        <p:spPr>
          <a:xfrm>
            <a:off x="669700" y="760700"/>
            <a:ext cx="76374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600"/>
              <a:buFont typeface="Verdana"/>
              <a:buNone/>
            </a:pPr>
            <a:r>
              <a:rPr b="1" lang="en" sz="3600" u="sng">
                <a:latin typeface="Average"/>
                <a:ea typeface="Average"/>
                <a:cs typeface="Average"/>
                <a:sym typeface="Average"/>
              </a:rPr>
              <a:t>Chapter 12:</a:t>
            </a:r>
            <a:r>
              <a:rPr b="1" i="0" lang="en" sz="3600" u="sng" cap="none" strike="noStrike">
                <a:solidFill>
                  <a:schemeClr val="accent1"/>
                </a:solidFill>
                <a:latin typeface="Average"/>
                <a:ea typeface="Average"/>
                <a:cs typeface="Average"/>
                <a:sym typeface="Average"/>
              </a:rPr>
              <a:t> Sensory Reception</a:t>
            </a:r>
            <a:endParaRPr u="sng"/>
          </a:p>
        </p:txBody>
      </p:sp>
      <p:sp>
        <p:nvSpPr>
          <p:cNvPr id="262" name="Google Shape;262;p14"/>
          <p:cNvSpPr txBox="1"/>
          <p:nvPr>
            <p:ph idx="4294967295" type="body"/>
          </p:nvPr>
        </p:nvSpPr>
        <p:spPr>
          <a:xfrm>
            <a:off x="586300" y="1315450"/>
            <a:ext cx="7804200" cy="258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824"/>
              <a:buFont typeface="Noto Sans Symbols"/>
              <a:buNone/>
            </a:pPr>
            <a:r>
              <a:t/>
            </a:r>
            <a:endParaRPr/>
          </a:p>
          <a:p>
            <a:pPr indent="0" lvl="0" marL="0" marR="0" rtl="0" algn="l">
              <a:lnSpc>
                <a:spcPct val="100000"/>
              </a:lnSpc>
              <a:spcBef>
                <a:spcPts val="0"/>
              </a:spcBef>
              <a:spcAft>
                <a:spcPts val="0"/>
              </a:spcAft>
              <a:buClr>
                <a:schemeClr val="accent1"/>
              </a:buClr>
              <a:buSzPts val="456"/>
              <a:buFont typeface="Noto Sans Symbols"/>
              <a:buNone/>
            </a:pPr>
            <a:r>
              <a:t/>
            </a:r>
            <a:endParaRPr b="1" i="0" sz="600" u="sng" cap="none" strike="noStrike">
              <a:solidFill>
                <a:srgbClr val="000000"/>
              </a:solidFill>
              <a:latin typeface="Average"/>
              <a:ea typeface="Average"/>
              <a:cs typeface="Average"/>
              <a:sym typeface="Average"/>
            </a:endParaRPr>
          </a:p>
          <a:p>
            <a:pPr indent="-330200" lvl="0" marL="457200" marR="0" rtl="0" algn="l">
              <a:lnSpc>
                <a:spcPct val="100000"/>
              </a:lnSpc>
              <a:spcBef>
                <a:spcPts val="0"/>
              </a:spcBef>
              <a:spcAft>
                <a:spcPts val="0"/>
              </a:spcAft>
              <a:buClr>
                <a:srgbClr val="000000"/>
              </a:buClr>
              <a:buSzPts val="1600"/>
              <a:buFont typeface="Average"/>
              <a:buChar char="○"/>
            </a:pPr>
            <a:r>
              <a:rPr b="0" i="0" lang="en" sz="1600" u="none" cap="none" strike="noStrike">
                <a:solidFill>
                  <a:srgbClr val="000000"/>
                </a:solidFill>
                <a:latin typeface="Average"/>
                <a:ea typeface="Average"/>
                <a:cs typeface="Average"/>
                <a:sym typeface="Average"/>
              </a:rPr>
              <a:t>Describe the structure and function of the parts of the human eye (e.g. cornea, lens, sclera, choroid, retina, rods &amp; cones, fovea centralis, pupil, iris and optic nerve)</a:t>
            </a:r>
            <a:endParaRPr/>
          </a:p>
          <a:p>
            <a:pPr indent="-330200" lvl="0" marL="457200" marR="0" rtl="0" algn="l">
              <a:lnSpc>
                <a:spcPct val="100000"/>
              </a:lnSpc>
              <a:spcBef>
                <a:spcPts val="1000"/>
              </a:spcBef>
              <a:spcAft>
                <a:spcPts val="0"/>
              </a:spcAft>
              <a:buClr>
                <a:srgbClr val="000000"/>
              </a:buClr>
              <a:buSzPts val="1600"/>
              <a:buFont typeface="Average"/>
              <a:buChar char="○"/>
            </a:pPr>
            <a:r>
              <a:rPr b="0" i="0" lang="en" sz="1600" u="none" cap="none" strike="noStrike">
                <a:solidFill>
                  <a:srgbClr val="000000"/>
                </a:solidFill>
                <a:latin typeface="Average"/>
                <a:ea typeface="Average"/>
                <a:cs typeface="Average"/>
                <a:sym typeface="Average"/>
              </a:rPr>
              <a:t>Describe the structure and function of the parts of the human ear (e.g. pinna, auditory canal, tympanum, ossicles, cochlea, organ of Corti, auditory nerve, semicircular canals and Eustachian tube)</a:t>
            </a:r>
            <a:endParaRPr/>
          </a:p>
          <a:p>
            <a:pPr indent="-330200" lvl="0" marL="457200" marR="0" rtl="0" algn="l">
              <a:lnSpc>
                <a:spcPct val="100000"/>
              </a:lnSpc>
              <a:spcBef>
                <a:spcPts val="1000"/>
              </a:spcBef>
              <a:spcAft>
                <a:spcPts val="0"/>
              </a:spcAft>
              <a:buClr>
                <a:srgbClr val="000000"/>
              </a:buClr>
              <a:buSzPts val="1600"/>
              <a:buFont typeface="Average"/>
              <a:buChar char="○"/>
            </a:pPr>
            <a:r>
              <a:rPr b="0" i="0" lang="en" sz="1600" u="none" cap="none" strike="noStrike">
                <a:solidFill>
                  <a:srgbClr val="000000"/>
                </a:solidFill>
                <a:latin typeface="Average"/>
                <a:ea typeface="Average"/>
                <a:cs typeface="Average"/>
                <a:sym typeface="Average"/>
              </a:rPr>
              <a:t>Explain other ways that humans sense their environment and their spatial orientation within it (i.e. olfactory receptors, taste receptors, touch receptors)</a:t>
            </a:r>
            <a:endParaRPr/>
          </a:p>
          <a:p>
            <a:pPr indent="0" lvl="0" marL="0" marR="0" rtl="0" algn="l">
              <a:lnSpc>
                <a:spcPct val="100000"/>
              </a:lnSpc>
              <a:spcBef>
                <a:spcPts val="1000"/>
              </a:spcBef>
              <a:spcAft>
                <a:spcPts val="0"/>
              </a:spcAft>
              <a:buClr>
                <a:schemeClr val="accent1"/>
              </a:buClr>
              <a:buSzPts val="1216"/>
              <a:buFont typeface="Noto Sans Symbols"/>
              <a:buNone/>
            </a:pPr>
            <a:r>
              <a:t/>
            </a:r>
            <a:endParaRPr b="0" i="0" sz="1600" u="none" cap="none" strike="noStrike">
              <a:solidFill>
                <a:srgbClr val="000000"/>
              </a:solidFill>
              <a:latin typeface="Average"/>
              <a:ea typeface="Average"/>
              <a:cs typeface="Average"/>
              <a:sym typeface="Average"/>
            </a:endParaRPr>
          </a:p>
        </p:txBody>
      </p:sp>
      <p:sp>
        <p:nvSpPr>
          <p:cNvPr id="263" name="Google Shape;263;p14"/>
          <p:cNvSpPr txBox="1"/>
          <p:nvPr/>
        </p:nvSpPr>
        <p:spPr>
          <a:xfrm>
            <a:off x="900425" y="4156725"/>
            <a:ext cx="7277400" cy="400200"/>
          </a:xfrm>
          <a:prstGeom prst="rect">
            <a:avLst/>
          </a:prstGeom>
          <a:solidFill>
            <a:srgbClr val="F5F5F5"/>
          </a:solidFill>
          <a:ln cap="flat" cmpd="sng" w="9525">
            <a:solidFill>
              <a:srgbClr val="9E9E9E"/>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a:latin typeface="Verdana"/>
                <a:ea typeface="Verdana"/>
                <a:cs typeface="Verdana"/>
                <a:sym typeface="Verdana"/>
              </a:rPr>
              <a:t>* Textbook pages 404-433</a:t>
            </a:r>
            <a:endParaRPr b="1" i="1">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5"/>
          <p:cNvSpPr txBox="1"/>
          <p:nvPr>
            <p:ph idx="4294967295" type="title"/>
          </p:nvPr>
        </p:nvSpPr>
        <p:spPr>
          <a:xfrm>
            <a:off x="662490" y="389747"/>
            <a:ext cx="7024799"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Sensation</a:t>
            </a:r>
            <a:endParaRPr/>
          </a:p>
        </p:txBody>
      </p:sp>
      <p:sp>
        <p:nvSpPr>
          <p:cNvPr id="269" name="Google Shape;269;p15"/>
          <p:cNvSpPr txBox="1"/>
          <p:nvPr>
            <p:ph idx="4294967295" type="body"/>
          </p:nvPr>
        </p:nvSpPr>
        <p:spPr>
          <a:xfrm>
            <a:off x="651350" y="1209925"/>
            <a:ext cx="7924800" cy="57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44"/>
              <a:buFont typeface="Noto Sans Symbols"/>
              <a:buNone/>
            </a:pPr>
            <a:r>
              <a:rPr b="1" i="0" lang="en" sz="1900" u="none" cap="none" strike="noStrike">
                <a:solidFill>
                  <a:srgbClr val="134F5C"/>
                </a:solidFill>
                <a:latin typeface="Average"/>
                <a:ea typeface="Average"/>
                <a:cs typeface="Average"/>
                <a:sym typeface="Average"/>
              </a:rPr>
              <a:t>Sensation</a:t>
            </a:r>
            <a:r>
              <a:rPr b="0" i="0" lang="en" sz="1900" u="none" cap="none" strike="noStrike">
                <a:solidFill>
                  <a:srgbClr val="000000"/>
                </a:solidFill>
                <a:latin typeface="Average"/>
                <a:ea typeface="Average"/>
                <a:cs typeface="Average"/>
                <a:sym typeface="Average"/>
              </a:rPr>
              <a:t> occurs when neural impulses generated by the stimulation of sensory receptors arrive at the cerebral cortex. </a:t>
            </a:r>
            <a:r>
              <a:rPr b="1" i="0" lang="en" sz="1900" u="none" cap="none" strike="noStrike">
                <a:solidFill>
                  <a:srgbClr val="134F5C"/>
                </a:solidFill>
                <a:latin typeface="Average"/>
                <a:ea typeface="Average"/>
                <a:cs typeface="Average"/>
                <a:sym typeface="Average"/>
              </a:rPr>
              <a:t>Perception</a:t>
            </a:r>
            <a:r>
              <a:rPr b="0" i="0" lang="en" sz="1900" u="none" cap="none" strike="noStrike">
                <a:solidFill>
                  <a:srgbClr val="000000"/>
                </a:solidFill>
                <a:latin typeface="Average"/>
                <a:ea typeface="Average"/>
                <a:cs typeface="Average"/>
                <a:sym typeface="Average"/>
              </a:rPr>
              <a:t> occurs in the brain as it </a:t>
            </a:r>
            <a:r>
              <a:rPr lang="en" sz="1900">
                <a:solidFill>
                  <a:srgbClr val="000000"/>
                </a:solidFill>
                <a:latin typeface="Average"/>
                <a:ea typeface="Average"/>
                <a:cs typeface="Average"/>
                <a:sym typeface="Average"/>
              </a:rPr>
              <a:t>makes sense of the received input.  </a:t>
            </a:r>
            <a:endParaRPr/>
          </a:p>
        </p:txBody>
      </p:sp>
      <p:sp>
        <p:nvSpPr>
          <p:cNvPr id="270" name="Google Shape;270;p15"/>
          <p:cNvSpPr txBox="1"/>
          <p:nvPr/>
        </p:nvSpPr>
        <p:spPr>
          <a:xfrm>
            <a:off x="737375" y="2688250"/>
            <a:ext cx="3945000" cy="1651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verage"/>
              <a:buNone/>
            </a:pPr>
            <a:r>
              <a:rPr b="1" i="0" lang="en" sz="1600" u="none" cap="none" strike="noStrike">
                <a:solidFill>
                  <a:schemeClr val="dk1"/>
                </a:solidFill>
                <a:latin typeface="Average"/>
                <a:ea typeface="Average"/>
                <a:cs typeface="Average"/>
                <a:sym typeface="Average"/>
              </a:rPr>
              <a:t>Example:</a:t>
            </a:r>
            <a:endParaRPr/>
          </a:p>
          <a:p>
            <a:pPr indent="0" lvl="0" marL="0" marR="0" rtl="0" algn="l">
              <a:lnSpc>
                <a:spcPct val="100000"/>
              </a:lnSpc>
              <a:spcBef>
                <a:spcPts val="480"/>
              </a:spcBef>
              <a:spcAft>
                <a:spcPts val="0"/>
              </a:spcAft>
              <a:buClr>
                <a:schemeClr val="dk1"/>
              </a:buClr>
              <a:buSzPts val="1600"/>
              <a:buFont typeface="Average"/>
              <a:buNone/>
            </a:pPr>
            <a:r>
              <a:rPr b="0" i="0" lang="en" sz="1600" u="none" cap="none" strike="noStrike">
                <a:solidFill>
                  <a:schemeClr val="dk1"/>
                </a:solidFill>
                <a:latin typeface="Average"/>
                <a:ea typeface="Average"/>
                <a:cs typeface="Average"/>
                <a:sym typeface="Average"/>
              </a:rPr>
              <a:t>When a ray of sunlight hits your skin, sensory receptors send a message to the brain, which receives and processes this information, causing you to feel warmth.</a:t>
            </a:r>
            <a:endParaRPr/>
          </a:p>
          <a:p>
            <a:pPr indent="0" lvl="0" marL="0" marR="0" rtl="0" algn="l">
              <a:lnSpc>
                <a:spcPct val="100000"/>
              </a:lnSpc>
              <a:spcBef>
                <a:spcPts val="480"/>
              </a:spcBef>
              <a:spcAft>
                <a:spcPts val="0"/>
              </a:spcAft>
              <a:buClr>
                <a:srgbClr val="000000"/>
              </a:buClr>
              <a:buSzPts val="600"/>
              <a:buFont typeface="Arial"/>
              <a:buNone/>
            </a:pPr>
            <a:r>
              <a:t/>
            </a:r>
            <a:endParaRPr b="0" i="0" sz="6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chemeClr val="dk1"/>
              </a:buClr>
              <a:buSzPts val="1600"/>
              <a:buFont typeface="Average"/>
              <a:buNone/>
            </a:pPr>
            <a:r>
              <a:rPr b="0" i="0" lang="en" sz="1600" u="none" cap="none" strike="noStrike">
                <a:solidFill>
                  <a:schemeClr val="dk1"/>
                </a:solidFill>
                <a:latin typeface="Average"/>
                <a:ea typeface="Average"/>
                <a:cs typeface="Average"/>
                <a:sym typeface="Average"/>
              </a:rPr>
              <a:t>* </a:t>
            </a:r>
            <a:r>
              <a:rPr b="1" i="1" lang="en" sz="1400" u="none" cap="none" strike="noStrike">
                <a:solidFill>
                  <a:schemeClr val="dk1"/>
                </a:solidFill>
                <a:latin typeface="Average"/>
                <a:ea typeface="Average"/>
                <a:cs typeface="Average"/>
                <a:sym typeface="Average"/>
              </a:rPr>
              <a:t>each person’s unique perception of sensation </a:t>
            </a:r>
            <a:endParaRPr/>
          </a:p>
          <a:p>
            <a:pPr indent="0" lvl="0" marL="0" marR="0" rtl="0" algn="l">
              <a:lnSpc>
                <a:spcPct val="100000"/>
              </a:lnSpc>
              <a:spcBef>
                <a:spcPts val="0"/>
              </a:spcBef>
              <a:spcAft>
                <a:spcPts val="0"/>
              </a:spcAft>
              <a:buClr>
                <a:schemeClr val="dk1"/>
              </a:buClr>
              <a:buSzPts val="1400"/>
              <a:buFont typeface="Average"/>
              <a:buNone/>
            </a:pPr>
            <a:r>
              <a:rPr b="1" i="1" lang="en" sz="1400" u="none" cap="none" strike="noStrike">
                <a:solidFill>
                  <a:schemeClr val="dk1"/>
                </a:solidFill>
                <a:latin typeface="Average"/>
                <a:ea typeface="Average"/>
                <a:cs typeface="Average"/>
                <a:sym typeface="Average"/>
              </a:rPr>
              <a:t>  depends on how their cerebral cortex interprets </a:t>
            </a:r>
            <a:endParaRPr/>
          </a:p>
          <a:p>
            <a:pPr indent="0" lvl="0" marL="0" marR="0" rtl="0" algn="l">
              <a:lnSpc>
                <a:spcPct val="100000"/>
              </a:lnSpc>
              <a:spcBef>
                <a:spcPts val="0"/>
              </a:spcBef>
              <a:spcAft>
                <a:spcPts val="0"/>
              </a:spcAft>
              <a:buClr>
                <a:schemeClr val="dk1"/>
              </a:buClr>
              <a:buSzPts val="1400"/>
              <a:buFont typeface="Average"/>
              <a:buNone/>
            </a:pPr>
            <a:r>
              <a:rPr b="1" i="1" lang="en" sz="1400" u="none" cap="none" strike="noStrike">
                <a:solidFill>
                  <a:schemeClr val="dk1"/>
                </a:solidFill>
                <a:latin typeface="Average"/>
                <a:ea typeface="Average"/>
                <a:cs typeface="Average"/>
                <a:sym typeface="Average"/>
              </a:rPr>
              <a:t>  this sensory information</a:t>
            </a:r>
            <a:r>
              <a:rPr b="0" i="0" lang="en" sz="1400" u="none" cap="none" strike="noStrike">
                <a:solidFill>
                  <a:schemeClr val="dk1"/>
                </a:solidFill>
                <a:latin typeface="Average"/>
                <a:ea typeface="Average"/>
                <a:cs typeface="Average"/>
                <a:sym typeface="Average"/>
              </a:rPr>
              <a:t> </a:t>
            </a:r>
            <a:endParaRPr/>
          </a:p>
          <a:p>
            <a:pPr indent="0" lvl="0" marL="0" marR="0" rtl="0" algn="l">
              <a:lnSpc>
                <a:spcPct val="100000"/>
              </a:lnSpc>
              <a:spcBef>
                <a:spcPts val="480"/>
              </a:spcBef>
              <a:spcAft>
                <a:spcPts val="0"/>
              </a:spcAft>
              <a:buClr>
                <a:srgbClr val="000000"/>
              </a:buClr>
              <a:buSzPts val="1400"/>
              <a:buFont typeface="Arial"/>
              <a:buNone/>
            </a:pPr>
            <a:r>
              <a:t/>
            </a:r>
            <a:endParaRPr b="0" i="0" sz="1400" u="none" cap="none" strike="noStrike">
              <a:solidFill>
                <a:schemeClr val="dk1"/>
              </a:solidFill>
              <a:latin typeface="Average"/>
              <a:ea typeface="Average"/>
              <a:cs typeface="Average"/>
              <a:sym typeface="Average"/>
            </a:endParaRPr>
          </a:p>
        </p:txBody>
      </p:sp>
      <p:pic>
        <p:nvPicPr>
          <p:cNvPr id="271" name="Google Shape;271;p15"/>
          <p:cNvPicPr preferRelativeResize="0"/>
          <p:nvPr/>
        </p:nvPicPr>
        <p:blipFill rotWithShape="1">
          <a:blip r:embed="rId3">
            <a:alphaModFix/>
          </a:blip>
          <a:srcRect b="0" l="27362" r="0" t="0"/>
          <a:stretch/>
        </p:blipFill>
        <p:spPr>
          <a:xfrm>
            <a:off x="4983050" y="2278225"/>
            <a:ext cx="2927724" cy="18546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6"/>
          <p:cNvSpPr txBox="1"/>
          <p:nvPr>
            <p:ph idx="4294967295" type="title"/>
          </p:nvPr>
        </p:nvSpPr>
        <p:spPr>
          <a:xfrm>
            <a:off x="662490" y="389747"/>
            <a:ext cx="7024799"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Sensory Adaptation</a:t>
            </a:r>
            <a:endParaRPr/>
          </a:p>
        </p:txBody>
      </p:sp>
      <p:sp>
        <p:nvSpPr>
          <p:cNvPr id="277" name="Google Shape;277;p16"/>
          <p:cNvSpPr txBox="1"/>
          <p:nvPr>
            <p:ph idx="4294967295" type="body"/>
          </p:nvPr>
        </p:nvSpPr>
        <p:spPr>
          <a:xfrm>
            <a:off x="651350" y="1133150"/>
            <a:ext cx="7924800" cy="10236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0"/>
              </a:spcBef>
              <a:spcAft>
                <a:spcPts val="0"/>
              </a:spcAft>
              <a:buClr>
                <a:srgbClr val="000000"/>
              </a:buClr>
              <a:buSzPts val="1700"/>
              <a:buFont typeface="Average"/>
              <a:buChar char="➢"/>
            </a:pPr>
            <a:r>
              <a:rPr b="0" i="0" lang="en" sz="1700" u="none" cap="none" strike="noStrike">
                <a:solidFill>
                  <a:srgbClr val="000000"/>
                </a:solidFill>
                <a:latin typeface="Average"/>
                <a:ea typeface="Average"/>
                <a:cs typeface="Average"/>
                <a:sym typeface="Average"/>
              </a:rPr>
              <a:t>Do you constantly feel your clothes against your skin? Sometimes the brain can actually filter out redundant sensory information so as to prevent over-stimulation. This is known as </a:t>
            </a:r>
            <a:r>
              <a:rPr b="1" i="1" lang="en" sz="1700" u="none" cap="none" strike="noStrike">
                <a:solidFill>
                  <a:srgbClr val="000000"/>
                </a:solidFill>
                <a:latin typeface="Average"/>
                <a:ea typeface="Average"/>
                <a:cs typeface="Average"/>
                <a:sym typeface="Average"/>
              </a:rPr>
              <a:t>sensory adaptation</a:t>
            </a:r>
            <a:r>
              <a:rPr b="0" i="0" lang="en" sz="1700" u="none" cap="none" strike="noStrike">
                <a:solidFill>
                  <a:srgbClr val="000000"/>
                </a:solidFill>
                <a:latin typeface="Average"/>
                <a:ea typeface="Average"/>
                <a:cs typeface="Average"/>
                <a:sym typeface="Average"/>
              </a:rPr>
              <a:t>.</a:t>
            </a:r>
            <a:endParaRPr b="0" i="0" sz="1700" u="none" cap="none" strike="noStrike">
              <a:solidFill>
                <a:srgbClr val="000000"/>
              </a:solidFill>
              <a:latin typeface="Average"/>
              <a:ea typeface="Average"/>
              <a:cs typeface="Average"/>
              <a:sym typeface="Average"/>
            </a:endParaRPr>
          </a:p>
          <a:p>
            <a:pPr indent="0" lvl="0" marL="457200" marR="0" rtl="0" algn="l">
              <a:lnSpc>
                <a:spcPct val="100000"/>
              </a:lnSpc>
              <a:spcBef>
                <a:spcPts val="0"/>
              </a:spcBef>
              <a:spcAft>
                <a:spcPts val="0"/>
              </a:spcAft>
              <a:buNone/>
            </a:pPr>
            <a:r>
              <a:rPr b="0" i="0" lang="en" sz="1700" u="none" cap="none" strike="noStrike">
                <a:solidFill>
                  <a:srgbClr val="000000"/>
                </a:solidFill>
                <a:latin typeface="Average"/>
                <a:ea typeface="Average"/>
                <a:cs typeface="Average"/>
                <a:sym typeface="Average"/>
              </a:rPr>
              <a:t> </a:t>
            </a:r>
            <a:endParaRPr b="0" i="0" sz="1700" u="none" cap="none" strike="noStrike">
              <a:solidFill>
                <a:srgbClr val="000000"/>
              </a:solidFill>
              <a:latin typeface="Average"/>
              <a:ea typeface="Average"/>
              <a:cs typeface="Average"/>
              <a:sym typeface="Average"/>
            </a:endParaRPr>
          </a:p>
          <a:p>
            <a:pPr indent="-336550" lvl="0" marL="457200" marR="0" rtl="0" algn="l">
              <a:lnSpc>
                <a:spcPct val="100000"/>
              </a:lnSpc>
              <a:spcBef>
                <a:spcPts val="0"/>
              </a:spcBef>
              <a:spcAft>
                <a:spcPts val="0"/>
              </a:spcAft>
              <a:buClr>
                <a:srgbClr val="000000"/>
              </a:buClr>
              <a:buSzPts val="1700"/>
              <a:buFont typeface="Average"/>
              <a:buChar char="➢"/>
            </a:pPr>
            <a:r>
              <a:rPr lang="en" sz="1700">
                <a:solidFill>
                  <a:srgbClr val="000000"/>
                </a:solidFill>
                <a:latin typeface="Average"/>
                <a:ea typeface="Average"/>
                <a:cs typeface="Average"/>
                <a:sym typeface="Average"/>
              </a:rPr>
              <a:t>Another example is when you walk into a coffee shop and smell the fresh smell of coffee, but after a while you are not aware of it. Or when you no longer hear/notice a background noise. </a:t>
            </a:r>
            <a:endParaRPr sz="1700">
              <a:solidFill>
                <a:srgbClr val="000000"/>
              </a:solidFill>
              <a:latin typeface="Average"/>
              <a:ea typeface="Average"/>
              <a:cs typeface="Average"/>
              <a:sym typeface="Average"/>
            </a:endParaRPr>
          </a:p>
          <a:p>
            <a:pPr indent="0" lvl="0" marL="457200" marR="0" rtl="0" algn="l">
              <a:lnSpc>
                <a:spcPct val="100000"/>
              </a:lnSpc>
              <a:spcBef>
                <a:spcPts val="0"/>
              </a:spcBef>
              <a:spcAft>
                <a:spcPts val="0"/>
              </a:spcAft>
              <a:buNone/>
            </a:pPr>
            <a:r>
              <a:t/>
            </a:r>
            <a:endParaRPr sz="1700">
              <a:solidFill>
                <a:srgbClr val="000000"/>
              </a:solidFill>
              <a:latin typeface="Average"/>
              <a:ea typeface="Average"/>
              <a:cs typeface="Average"/>
              <a:sym typeface="Average"/>
            </a:endParaRPr>
          </a:p>
          <a:p>
            <a:pPr indent="-336550" lvl="0" marL="457200" rtl="0" algn="l">
              <a:spcBef>
                <a:spcPts val="0"/>
              </a:spcBef>
              <a:spcAft>
                <a:spcPts val="0"/>
              </a:spcAft>
              <a:buClr>
                <a:srgbClr val="000000"/>
              </a:buClr>
              <a:buSzPts val="1700"/>
              <a:buFont typeface="Average"/>
              <a:buChar char="➢"/>
            </a:pPr>
            <a:r>
              <a:rPr lang="en" sz="1700">
                <a:solidFill>
                  <a:schemeClr val="dk1"/>
                </a:solidFill>
                <a:latin typeface="Average"/>
                <a:ea typeface="Average"/>
                <a:cs typeface="Average"/>
                <a:sym typeface="Average"/>
              </a:rPr>
              <a:t>When your sensory receptors detect a </a:t>
            </a:r>
            <a:endParaRPr sz="1700">
              <a:solidFill>
                <a:schemeClr val="dk1"/>
              </a:solidFill>
              <a:latin typeface="Average"/>
              <a:ea typeface="Average"/>
              <a:cs typeface="Average"/>
              <a:sym typeface="Average"/>
            </a:endParaRPr>
          </a:p>
          <a:p>
            <a:pPr indent="0" lvl="0" marL="457200" rtl="0" algn="l">
              <a:spcBef>
                <a:spcPts val="0"/>
              </a:spcBef>
              <a:spcAft>
                <a:spcPts val="0"/>
              </a:spcAft>
              <a:buNone/>
            </a:pPr>
            <a:r>
              <a:rPr lang="en" sz="1700">
                <a:solidFill>
                  <a:schemeClr val="dk1"/>
                </a:solidFill>
                <a:latin typeface="Average"/>
                <a:ea typeface="Average"/>
                <a:cs typeface="Average"/>
                <a:sym typeface="Average"/>
              </a:rPr>
              <a:t>significant change in external or internal </a:t>
            </a:r>
            <a:endParaRPr sz="1700">
              <a:solidFill>
                <a:schemeClr val="dk1"/>
              </a:solidFill>
              <a:latin typeface="Average"/>
              <a:ea typeface="Average"/>
              <a:cs typeface="Average"/>
              <a:sym typeface="Average"/>
            </a:endParaRPr>
          </a:p>
          <a:p>
            <a:pPr indent="0" lvl="0" marL="457200" rtl="0" algn="l">
              <a:spcBef>
                <a:spcPts val="0"/>
              </a:spcBef>
              <a:spcAft>
                <a:spcPts val="0"/>
              </a:spcAft>
              <a:buNone/>
            </a:pPr>
            <a:r>
              <a:rPr lang="en" sz="1700">
                <a:solidFill>
                  <a:schemeClr val="dk1"/>
                </a:solidFill>
                <a:latin typeface="Average"/>
                <a:ea typeface="Average"/>
                <a:cs typeface="Average"/>
                <a:sym typeface="Average"/>
              </a:rPr>
              <a:t>conditions, the body readjusts.</a:t>
            </a:r>
            <a:endParaRPr sz="1700">
              <a:solidFill>
                <a:srgbClr val="000000"/>
              </a:solidFill>
              <a:latin typeface="Average"/>
              <a:ea typeface="Average"/>
              <a:cs typeface="Average"/>
              <a:sym typeface="Average"/>
            </a:endParaRPr>
          </a:p>
        </p:txBody>
      </p:sp>
      <p:pic>
        <p:nvPicPr>
          <p:cNvPr id="278" name="Google Shape;278;p16"/>
          <p:cNvPicPr preferRelativeResize="0"/>
          <p:nvPr/>
        </p:nvPicPr>
        <p:blipFill>
          <a:blip r:embed="rId3">
            <a:alphaModFix/>
          </a:blip>
          <a:stretch>
            <a:fillRect/>
          </a:stretch>
        </p:blipFill>
        <p:spPr>
          <a:xfrm>
            <a:off x="5493450" y="3015251"/>
            <a:ext cx="2596500" cy="17305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7"/>
          <p:cNvSpPr txBox="1"/>
          <p:nvPr>
            <p:ph idx="4294967295" type="title"/>
          </p:nvPr>
        </p:nvSpPr>
        <p:spPr>
          <a:xfrm>
            <a:off x="662490" y="2373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Sensory Receptors</a:t>
            </a:r>
            <a:endParaRPr/>
          </a:p>
        </p:txBody>
      </p:sp>
      <p:sp>
        <p:nvSpPr>
          <p:cNvPr id="284" name="Google Shape;284;p17"/>
          <p:cNvSpPr txBox="1"/>
          <p:nvPr>
            <p:ph idx="4294967295" type="body"/>
          </p:nvPr>
        </p:nvSpPr>
        <p:spPr>
          <a:xfrm>
            <a:off x="651350" y="980750"/>
            <a:ext cx="7924800" cy="72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292"/>
              <a:buFont typeface="Noto Sans Symbols"/>
              <a:buNone/>
            </a:pPr>
            <a:r>
              <a:rPr b="0" i="0" lang="en" sz="1700" u="none" cap="none" strike="noStrike">
                <a:solidFill>
                  <a:srgbClr val="000000"/>
                </a:solidFill>
                <a:latin typeface="Average"/>
                <a:ea typeface="Average"/>
                <a:cs typeface="Average"/>
                <a:sym typeface="Average"/>
              </a:rPr>
              <a:t>Four general categories of receptors:</a:t>
            </a:r>
            <a:endParaRPr/>
          </a:p>
        </p:txBody>
      </p:sp>
      <p:sp>
        <p:nvSpPr>
          <p:cNvPr id="285" name="Google Shape;285;p17"/>
          <p:cNvSpPr txBox="1"/>
          <p:nvPr/>
        </p:nvSpPr>
        <p:spPr>
          <a:xfrm>
            <a:off x="584975" y="1516225"/>
            <a:ext cx="3954900" cy="3168000"/>
          </a:xfrm>
          <a:prstGeom prst="rect">
            <a:avLst/>
          </a:prstGeom>
          <a:noFill/>
          <a:ln>
            <a:noFill/>
          </a:ln>
        </p:spPr>
        <p:txBody>
          <a:bodyPr anchorCtr="0" anchor="ctr"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400"/>
              <a:buFont typeface="Average"/>
              <a:buAutoNum type="arabicParenR"/>
            </a:pPr>
            <a:r>
              <a:rPr b="1" i="0" lang="en" sz="1400" u="none" cap="none" strike="noStrike">
                <a:solidFill>
                  <a:schemeClr val="dk1"/>
                </a:solidFill>
                <a:latin typeface="Average"/>
                <a:ea typeface="Average"/>
                <a:cs typeface="Average"/>
                <a:sym typeface="Average"/>
              </a:rPr>
              <a:t>Photoreceptors</a:t>
            </a:r>
            <a:endParaRPr/>
          </a:p>
          <a:p>
            <a:pPr indent="0" lvl="0" marL="0" marR="0" rtl="0" algn="l">
              <a:lnSpc>
                <a:spcPct val="100000"/>
              </a:lnSpc>
              <a:spcBef>
                <a:spcPts val="0"/>
              </a:spcBef>
              <a:spcAft>
                <a:spcPts val="0"/>
              </a:spcAft>
              <a:buClr>
                <a:schemeClr val="dk1"/>
              </a:buClr>
              <a:buSzPts val="1400"/>
              <a:buFont typeface="Average"/>
              <a:buNone/>
            </a:pPr>
            <a:r>
              <a:rPr b="0" i="0" lang="en" sz="1400" u="none" cap="none" strike="noStrike">
                <a:solidFill>
                  <a:schemeClr val="dk1"/>
                </a:solidFill>
                <a:latin typeface="Average"/>
                <a:ea typeface="Average"/>
                <a:cs typeface="Average"/>
                <a:sym typeface="Average"/>
              </a:rPr>
              <a:t>	Stimulated by light (e.g. rods &amp; cones in the </a:t>
            </a:r>
            <a:endParaRPr/>
          </a:p>
          <a:p>
            <a:pPr indent="457200" lvl="0" marL="0" marR="0" rtl="0" algn="l">
              <a:lnSpc>
                <a:spcPct val="100000"/>
              </a:lnSpc>
              <a:spcBef>
                <a:spcPts val="0"/>
              </a:spcBef>
              <a:spcAft>
                <a:spcPts val="0"/>
              </a:spcAft>
              <a:buClr>
                <a:schemeClr val="dk1"/>
              </a:buClr>
              <a:buSzPts val="1400"/>
              <a:buFont typeface="Average"/>
              <a:buNone/>
            </a:pPr>
            <a:r>
              <a:rPr b="0" i="0" lang="en" sz="1400" u="none" cap="none" strike="noStrike">
                <a:solidFill>
                  <a:schemeClr val="dk1"/>
                </a:solidFill>
                <a:latin typeface="Average"/>
                <a:ea typeface="Average"/>
                <a:cs typeface="Average"/>
                <a:sym typeface="Average"/>
              </a:rPr>
              <a:t>retina of our eyes)</a:t>
            </a:r>
            <a:endParaRPr/>
          </a:p>
          <a:p>
            <a:pPr indent="45720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Average"/>
              <a:ea typeface="Average"/>
              <a:cs typeface="Average"/>
              <a:sym typeface="Average"/>
            </a:endParaRPr>
          </a:p>
          <a:p>
            <a:pPr indent="-228600" lvl="0" marL="457200" marR="0" rtl="0" algn="l">
              <a:lnSpc>
                <a:spcPct val="100000"/>
              </a:lnSpc>
              <a:spcBef>
                <a:spcPts val="0"/>
              </a:spcBef>
              <a:spcAft>
                <a:spcPts val="0"/>
              </a:spcAft>
              <a:buClr>
                <a:schemeClr val="dk1"/>
              </a:buClr>
              <a:buSzPts val="1400"/>
              <a:buFont typeface="Average"/>
              <a:buAutoNum type="arabicParenR" startAt="2"/>
            </a:pPr>
            <a:r>
              <a:rPr b="1" i="0" lang="en" sz="1400" u="none" cap="none" strike="noStrike">
                <a:solidFill>
                  <a:schemeClr val="dk1"/>
                </a:solidFill>
                <a:latin typeface="Average"/>
                <a:ea typeface="Average"/>
                <a:cs typeface="Average"/>
                <a:sym typeface="Average"/>
              </a:rPr>
              <a:t>Chemoreceptors</a:t>
            </a:r>
            <a:endParaRPr/>
          </a:p>
          <a:p>
            <a:pPr indent="0" lvl="0" marL="0" marR="0" rtl="0" algn="l">
              <a:lnSpc>
                <a:spcPct val="100000"/>
              </a:lnSpc>
              <a:spcBef>
                <a:spcPts val="0"/>
              </a:spcBef>
              <a:spcAft>
                <a:spcPts val="0"/>
              </a:spcAft>
              <a:buClr>
                <a:schemeClr val="dk1"/>
              </a:buClr>
              <a:buSzPts val="1400"/>
              <a:buFont typeface="Average"/>
              <a:buNone/>
            </a:pPr>
            <a:r>
              <a:rPr b="0" i="0" lang="en" sz="1400" u="none" cap="none" strike="noStrike">
                <a:solidFill>
                  <a:schemeClr val="dk1"/>
                </a:solidFill>
                <a:latin typeface="Average"/>
                <a:ea typeface="Average"/>
                <a:cs typeface="Average"/>
                <a:sym typeface="Average"/>
              </a:rPr>
              <a:t>	Stimulated by chemicals (e.g. taste buds on </a:t>
            </a:r>
            <a:endParaRPr/>
          </a:p>
          <a:p>
            <a:pPr indent="457200" lvl="0" marL="0" marR="0" rtl="0" algn="l">
              <a:lnSpc>
                <a:spcPct val="100000"/>
              </a:lnSpc>
              <a:spcBef>
                <a:spcPts val="0"/>
              </a:spcBef>
              <a:spcAft>
                <a:spcPts val="0"/>
              </a:spcAft>
              <a:buClr>
                <a:schemeClr val="dk1"/>
              </a:buClr>
              <a:buSzPts val="1400"/>
              <a:buFont typeface="Average"/>
              <a:buNone/>
            </a:pPr>
            <a:r>
              <a:rPr b="0" i="0" lang="en" sz="1400" u="none" cap="none" strike="noStrike">
                <a:solidFill>
                  <a:schemeClr val="dk1"/>
                </a:solidFill>
                <a:latin typeface="Average"/>
                <a:ea typeface="Average"/>
                <a:cs typeface="Average"/>
                <a:sym typeface="Average"/>
              </a:rPr>
              <a:t>our tongue)</a:t>
            </a:r>
            <a:endParaRPr/>
          </a:p>
          <a:p>
            <a:pPr indent="45720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verage"/>
              <a:ea typeface="Average"/>
              <a:cs typeface="Average"/>
              <a:sym typeface="Average"/>
            </a:endParaRPr>
          </a:p>
          <a:p>
            <a:pPr indent="-228600" lvl="0" marL="457200" marR="0" rtl="0" algn="l">
              <a:lnSpc>
                <a:spcPct val="100000"/>
              </a:lnSpc>
              <a:spcBef>
                <a:spcPts val="0"/>
              </a:spcBef>
              <a:spcAft>
                <a:spcPts val="0"/>
              </a:spcAft>
              <a:buClr>
                <a:schemeClr val="dk1"/>
              </a:buClr>
              <a:buSzPts val="1400"/>
              <a:buFont typeface="Average"/>
              <a:buAutoNum type="arabicParenR" startAt="3"/>
            </a:pPr>
            <a:r>
              <a:rPr b="1" i="0" lang="en" sz="1400" u="none" cap="none" strike="noStrike">
                <a:solidFill>
                  <a:schemeClr val="dk1"/>
                </a:solidFill>
                <a:latin typeface="Average"/>
                <a:ea typeface="Average"/>
                <a:cs typeface="Average"/>
                <a:sym typeface="Average"/>
              </a:rPr>
              <a:t>Mechanoreceptors</a:t>
            </a:r>
            <a:endParaRPr/>
          </a:p>
          <a:p>
            <a:pPr indent="0" lvl="0" marL="0" marR="0" rtl="0" algn="l">
              <a:lnSpc>
                <a:spcPct val="100000"/>
              </a:lnSpc>
              <a:spcBef>
                <a:spcPts val="0"/>
              </a:spcBef>
              <a:spcAft>
                <a:spcPts val="0"/>
              </a:spcAft>
              <a:buClr>
                <a:schemeClr val="dk1"/>
              </a:buClr>
              <a:buSzPts val="1400"/>
              <a:buFont typeface="Average"/>
              <a:buNone/>
            </a:pPr>
            <a:r>
              <a:rPr b="0" i="0" lang="en" sz="1400" u="none" cap="none" strike="noStrike">
                <a:solidFill>
                  <a:schemeClr val="dk1"/>
                </a:solidFill>
                <a:latin typeface="Average"/>
                <a:ea typeface="Average"/>
                <a:cs typeface="Average"/>
                <a:sym typeface="Average"/>
              </a:rPr>
              <a:t>	Stimulated by pressure (e.g. hair cells of the </a:t>
            </a:r>
            <a:endParaRPr/>
          </a:p>
          <a:p>
            <a:pPr indent="457200" lvl="0" marL="0" marR="0" rtl="0" algn="l">
              <a:lnSpc>
                <a:spcPct val="100000"/>
              </a:lnSpc>
              <a:spcBef>
                <a:spcPts val="0"/>
              </a:spcBef>
              <a:spcAft>
                <a:spcPts val="0"/>
              </a:spcAft>
              <a:buClr>
                <a:schemeClr val="dk1"/>
              </a:buClr>
              <a:buSzPts val="1400"/>
              <a:buFont typeface="Average"/>
              <a:buNone/>
            </a:pPr>
            <a:r>
              <a:rPr b="0" i="0" lang="en" sz="1400" u="none" cap="none" strike="noStrike">
                <a:solidFill>
                  <a:schemeClr val="dk1"/>
                </a:solidFill>
                <a:latin typeface="Average"/>
                <a:ea typeface="Average"/>
                <a:cs typeface="Average"/>
                <a:sym typeface="Average"/>
              </a:rPr>
              <a:t>inner ear)</a:t>
            </a:r>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Average"/>
              <a:ea typeface="Average"/>
              <a:cs typeface="Average"/>
              <a:sym typeface="Average"/>
            </a:endParaRPr>
          </a:p>
          <a:p>
            <a:pPr indent="-228600" lvl="0" marL="457200" marR="0" rtl="0" algn="l">
              <a:lnSpc>
                <a:spcPct val="100000"/>
              </a:lnSpc>
              <a:spcBef>
                <a:spcPts val="0"/>
              </a:spcBef>
              <a:spcAft>
                <a:spcPts val="0"/>
              </a:spcAft>
              <a:buClr>
                <a:schemeClr val="dk1"/>
              </a:buClr>
              <a:buSzPts val="1400"/>
              <a:buFont typeface="Average"/>
              <a:buAutoNum type="arabicParenR" startAt="4"/>
            </a:pPr>
            <a:r>
              <a:rPr b="1" i="0" lang="en" sz="1400" u="none" cap="none" strike="noStrike">
                <a:solidFill>
                  <a:schemeClr val="dk1"/>
                </a:solidFill>
                <a:latin typeface="Average"/>
                <a:ea typeface="Average"/>
                <a:cs typeface="Average"/>
                <a:sym typeface="Average"/>
              </a:rPr>
              <a:t>Thermoreceptors </a:t>
            </a:r>
            <a:endParaRPr/>
          </a:p>
          <a:p>
            <a:pPr indent="0" lvl="0" marL="0" marR="0" rtl="0" algn="l">
              <a:lnSpc>
                <a:spcPct val="100000"/>
              </a:lnSpc>
              <a:spcBef>
                <a:spcPts val="0"/>
              </a:spcBef>
              <a:spcAft>
                <a:spcPts val="0"/>
              </a:spcAft>
              <a:buClr>
                <a:schemeClr val="dk1"/>
              </a:buClr>
              <a:buSzPts val="1400"/>
              <a:buFont typeface="Average"/>
              <a:buNone/>
            </a:pPr>
            <a:r>
              <a:rPr b="0" i="0" lang="en" sz="1400" u="none" cap="none" strike="noStrike">
                <a:solidFill>
                  <a:schemeClr val="dk1"/>
                </a:solidFill>
                <a:latin typeface="Average"/>
                <a:ea typeface="Average"/>
                <a:cs typeface="Average"/>
                <a:sym typeface="Average"/>
              </a:rPr>
              <a:t>	Stimulated by heat/cold (e.g. nerve cells in </a:t>
            </a:r>
            <a:endParaRPr/>
          </a:p>
          <a:p>
            <a:pPr indent="457200" lvl="0" marL="0" marR="0" rtl="0" algn="l">
              <a:lnSpc>
                <a:spcPct val="100000"/>
              </a:lnSpc>
              <a:spcBef>
                <a:spcPts val="0"/>
              </a:spcBef>
              <a:spcAft>
                <a:spcPts val="0"/>
              </a:spcAft>
              <a:buClr>
                <a:schemeClr val="dk1"/>
              </a:buClr>
              <a:buSzPts val="1400"/>
              <a:buFont typeface="Average"/>
              <a:buNone/>
            </a:pPr>
            <a:r>
              <a:rPr b="0" i="0" lang="en" sz="1400" u="none" cap="none" strike="noStrike">
                <a:solidFill>
                  <a:schemeClr val="dk1"/>
                </a:solidFill>
                <a:latin typeface="Average"/>
                <a:ea typeface="Average"/>
                <a:cs typeface="Average"/>
                <a:sym typeface="Average"/>
              </a:rPr>
              <a:t>our skin)</a:t>
            </a:r>
            <a:endParaRPr/>
          </a:p>
        </p:txBody>
      </p:sp>
      <p:pic>
        <p:nvPicPr>
          <p:cNvPr id="286" name="Google Shape;286;p17"/>
          <p:cNvPicPr preferRelativeResize="0"/>
          <p:nvPr/>
        </p:nvPicPr>
        <p:blipFill>
          <a:blip r:embed="rId3">
            <a:alphaModFix/>
          </a:blip>
          <a:stretch>
            <a:fillRect/>
          </a:stretch>
        </p:blipFill>
        <p:spPr>
          <a:xfrm>
            <a:off x="5182800" y="1570625"/>
            <a:ext cx="3178624" cy="2119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18"/>
          <p:cNvPicPr preferRelativeResize="0"/>
          <p:nvPr/>
        </p:nvPicPr>
        <p:blipFill rotWithShape="1">
          <a:blip r:embed="rId3">
            <a:alphaModFix/>
          </a:blip>
          <a:srcRect b="26713" l="0" r="0" t="0"/>
          <a:stretch/>
        </p:blipFill>
        <p:spPr>
          <a:xfrm>
            <a:off x="629275" y="704200"/>
            <a:ext cx="7495700" cy="3332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9"/>
          <p:cNvSpPr txBox="1"/>
          <p:nvPr>
            <p:ph idx="4294967295" type="title"/>
          </p:nvPr>
        </p:nvSpPr>
        <p:spPr>
          <a:xfrm>
            <a:off x="586290" y="313547"/>
            <a:ext cx="7024799"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Taste (Chemoreception)</a:t>
            </a:r>
            <a:endParaRPr/>
          </a:p>
        </p:txBody>
      </p:sp>
      <p:sp>
        <p:nvSpPr>
          <p:cNvPr id="297" name="Google Shape;297;p19"/>
          <p:cNvSpPr txBox="1"/>
          <p:nvPr/>
        </p:nvSpPr>
        <p:spPr>
          <a:xfrm>
            <a:off x="586300" y="938450"/>
            <a:ext cx="7706700" cy="140399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verage"/>
              <a:buNone/>
            </a:pPr>
            <a:r>
              <a:rPr b="0" i="0" lang="en" sz="1600" u="none" cap="none" strike="noStrike">
                <a:solidFill>
                  <a:schemeClr val="dk1"/>
                </a:solidFill>
                <a:latin typeface="Average"/>
                <a:ea typeface="Average"/>
                <a:cs typeface="Average"/>
                <a:sym typeface="Average"/>
              </a:rPr>
              <a:t>The tongue contains chemoreceptors that allow us to taste substances entering the mouth. Impulses from </a:t>
            </a:r>
            <a:r>
              <a:rPr b="1" i="0" lang="en" sz="1600" u="none" cap="none" strike="noStrike">
                <a:solidFill>
                  <a:schemeClr val="dk1"/>
                </a:solidFill>
                <a:latin typeface="Average"/>
                <a:ea typeface="Average"/>
                <a:cs typeface="Average"/>
                <a:sym typeface="Average"/>
              </a:rPr>
              <a:t>taste buds</a:t>
            </a:r>
            <a:r>
              <a:rPr b="0" i="0" lang="en" sz="1600" u="none" cap="none" strike="noStrike">
                <a:solidFill>
                  <a:schemeClr val="dk1"/>
                </a:solidFill>
                <a:latin typeface="Average"/>
                <a:ea typeface="Average"/>
                <a:cs typeface="Average"/>
                <a:sym typeface="Average"/>
              </a:rPr>
              <a:t>, where chemoreceptors are located, then travel to areas of the brain responsible for the perception of taste (parietal lobe)</a:t>
            </a:r>
            <a:endParaRPr/>
          </a:p>
        </p:txBody>
      </p:sp>
      <p:pic>
        <p:nvPicPr>
          <p:cNvPr id="298" name="Google Shape;298;p19"/>
          <p:cNvPicPr preferRelativeResize="0"/>
          <p:nvPr/>
        </p:nvPicPr>
        <p:blipFill rotWithShape="1">
          <a:blip r:embed="rId3">
            <a:alphaModFix/>
          </a:blip>
          <a:srcRect b="0" l="0" r="0" t="0"/>
          <a:stretch/>
        </p:blipFill>
        <p:spPr>
          <a:xfrm>
            <a:off x="5198428" y="129650"/>
            <a:ext cx="1733674" cy="1149500"/>
          </a:xfrm>
          <a:prstGeom prst="rect">
            <a:avLst/>
          </a:prstGeom>
          <a:noFill/>
          <a:ln>
            <a:noFill/>
          </a:ln>
        </p:spPr>
      </p:pic>
      <p:pic>
        <p:nvPicPr>
          <p:cNvPr id="299" name="Google Shape;299;p19"/>
          <p:cNvPicPr preferRelativeResize="0"/>
          <p:nvPr/>
        </p:nvPicPr>
        <p:blipFill rotWithShape="1">
          <a:blip r:embed="rId4">
            <a:alphaModFix/>
          </a:blip>
          <a:srcRect b="0" l="0" r="0" t="0"/>
          <a:stretch/>
        </p:blipFill>
        <p:spPr>
          <a:xfrm>
            <a:off x="6645725" y="68125"/>
            <a:ext cx="1038150" cy="778625"/>
          </a:xfrm>
          <a:prstGeom prst="rect">
            <a:avLst/>
          </a:prstGeom>
          <a:noFill/>
          <a:ln>
            <a:noFill/>
          </a:ln>
        </p:spPr>
      </p:pic>
      <p:pic>
        <p:nvPicPr>
          <p:cNvPr id="300" name="Google Shape;300;p19"/>
          <p:cNvPicPr preferRelativeResize="0"/>
          <p:nvPr/>
        </p:nvPicPr>
        <p:blipFill>
          <a:blip r:embed="rId5">
            <a:alphaModFix/>
          </a:blip>
          <a:stretch>
            <a:fillRect/>
          </a:stretch>
        </p:blipFill>
        <p:spPr>
          <a:xfrm>
            <a:off x="2096375" y="2229149"/>
            <a:ext cx="4951242" cy="24962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0"/>
          <p:cNvSpPr txBox="1"/>
          <p:nvPr>
            <p:ph idx="4294967295" type="title"/>
          </p:nvPr>
        </p:nvSpPr>
        <p:spPr>
          <a:xfrm>
            <a:off x="586290" y="3135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Taste (Chemoreception)</a:t>
            </a:r>
            <a:endParaRPr/>
          </a:p>
        </p:txBody>
      </p:sp>
      <p:sp>
        <p:nvSpPr>
          <p:cNvPr id="306" name="Google Shape;306;p20"/>
          <p:cNvSpPr txBox="1"/>
          <p:nvPr/>
        </p:nvSpPr>
        <p:spPr>
          <a:xfrm>
            <a:off x="4759275" y="1884850"/>
            <a:ext cx="3844200" cy="2274000"/>
          </a:xfrm>
          <a:prstGeom prst="rect">
            <a:avLst/>
          </a:prstGeom>
          <a:no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verage"/>
              <a:buNone/>
            </a:pPr>
            <a:r>
              <a:rPr lang="en" sz="1600">
                <a:solidFill>
                  <a:schemeClr val="dk1"/>
                </a:solidFill>
                <a:latin typeface="Average"/>
                <a:ea typeface="Average"/>
                <a:cs typeface="Average"/>
                <a:sym typeface="Average"/>
              </a:rPr>
              <a:t>Extra: </a:t>
            </a:r>
            <a:r>
              <a:rPr b="0" i="0" lang="en" sz="1600" u="none" cap="none" strike="noStrike">
                <a:solidFill>
                  <a:schemeClr val="dk1"/>
                </a:solidFill>
                <a:latin typeface="Average"/>
                <a:ea typeface="Average"/>
                <a:cs typeface="Average"/>
                <a:sym typeface="Average"/>
              </a:rPr>
              <a:t>F</a:t>
            </a:r>
            <a:r>
              <a:rPr lang="en" sz="1600">
                <a:solidFill>
                  <a:schemeClr val="dk1"/>
                </a:solidFill>
                <a:latin typeface="Average"/>
                <a:ea typeface="Average"/>
                <a:cs typeface="Average"/>
                <a:sym typeface="Average"/>
              </a:rPr>
              <a:t>ive</a:t>
            </a:r>
            <a:r>
              <a:rPr b="0" i="0" lang="en" sz="1600" u="none" cap="none" strike="noStrike">
                <a:solidFill>
                  <a:schemeClr val="dk1"/>
                </a:solidFill>
                <a:latin typeface="Average"/>
                <a:ea typeface="Average"/>
                <a:cs typeface="Average"/>
                <a:sym typeface="Average"/>
              </a:rPr>
              <a:t> major types of taste receptors dispersed throughout the tongue:</a:t>
            </a:r>
            <a:endParaRPr/>
          </a:p>
          <a:p>
            <a:pPr indent="-330200" lvl="0" marL="457200" marR="0" rtl="0" algn="l">
              <a:lnSpc>
                <a:spcPct val="100000"/>
              </a:lnSpc>
              <a:spcBef>
                <a:spcPts val="480"/>
              </a:spcBef>
              <a:spcAft>
                <a:spcPts val="0"/>
              </a:spcAft>
              <a:buClr>
                <a:schemeClr val="dk1"/>
              </a:buClr>
              <a:buSzPts val="1600"/>
              <a:buFont typeface="Average"/>
              <a:buAutoNum type="arabicPeriod"/>
            </a:pPr>
            <a:r>
              <a:rPr b="0" i="0" lang="en" sz="1600" u="none" cap="none" strike="noStrike">
                <a:solidFill>
                  <a:schemeClr val="dk1"/>
                </a:solidFill>
                <a:latin typeface="Average"/>
                <a:ea typeface="Average"/>
                <a:cs typeface="Average"/>
                <a:sym typeface="Average"/>
              </a:rPr>
              <a:t>sour</a:t>
            </a:r>
            <a:endParaRPr/>
          </a:p>
          <a:p>
            <a:pPr indent="-330200" lvl="0" marL="457200" marR="0" rtl="0" algn="l">
              <a:lnSpc>
                <a:spcPct val="100000"/>
              </a:lnSpc>
              <a:spcBef>
                <a:spcPts val="480"/>
              </a:spcBef>
              <a:spcAft>
                <a:spcPts val="0"/>
              </a:spcAft>
              <a:buClr>
                <a:schemeClr val="dk1"/>
              </a:buClr>
              <a:buSzPts val="1600"/>
              <a:buFont typeface="Average"/>
              <a:buAutoNum type="arabicPeriod"/>
            </a:pPr>
            <a:r>
              <a:rPr b="0" i="0" lang="en" sz="1600" u="none" cap="none" strike="noStrike">
                <a:solidFill>
                  <a:schemeClr val="dk1"/>
                </a:solidFill>
                <a:latin typeface="Average"/>
                <a:ea typeface="Average"/>
                <a:cs typeface="Average"/>
                <a:sym typeface="Average"/>
              </a:rPr>
              <a:t>sweet</a:t>
            </a:r>
            <a:endParaRPr/>
          </a:p>
          <a:p>
            <a:pPr indent="-330200" lvl="0" marL="457200" marR="0" rtl="0" algn="l">
              <a:lnSpc>
                <a:spcPct val="100000"/>
              </a:lnSpc>
              <a:spcBef>
                <a:spcPts val="480"/>
              </a:spcBef>
              <a:spcAft>
                <a:spcPts val="0"/>
              </a:spcAft>
              <a:buClr>
                <a:schemeClr val="dk1"/>
              </a:buClr>
              <a:buSzPts val="1600"/>
              <a:buFont typeface="Average"/>
              <a:buAutoNum type="arabicPeriod"/>
            </a:pPr>
            <a:r>
              <a:rPr b="0" i="0" lang="en" sz="1600" u="none" cap="none" strike="noStrike">
                <a:solidFill>
                  <a:schemeClr val="dk1"/>
                </a:solidFill>
                <a:latin typeface="Average"/>
                <a:ea typeface="Average"/>
                <a:cs typeface="Average"/>
                <a:sym typeface="Average"/>
              </a:rPr>
              <a:t>salty</a:t>
            </a:r>
            <a:endParaRPr/>
          </a:p>
          <a:p>
            <a:pPr indent="-330200" lvl="0" marL="457200" marR="0" rtl="0" algn="l">
              <a:lnSpc>
                <a:spcPct val="100000"/>
              </a:lnSpc>
              <a:spcBef>
                <a:spcPts val="480"/>
              </a:spcBef>
              <a:spcAft>
                <a:spcPts val="0"/>
              </a:spcAft>
              <a:buClr>
                <a:schemeClr val="dk1"/>
              </a:buClr>
              <a:buSzPts val="1600"/>
              <a:buFont typeface="Average"/>
              <a:buAutoNum type="arabicPeriod"/>
            </a:pPr>
            <a:r>
              <a:rPr b="0" i="0" lang="en" sz="1600" u="none" cap="none" strike="noStrike">
                <a:solidFill>
                  <a:schemeClr val="dk1"/>
                </a:solidFill>
                <a:latin typeface="Average"/>
                <a:ea typeface="Average"/>
                <a:cs typeface="Average"/>
                <a:sym typeface="Average"/>
              </a:rPr>
              <a:t>bitter</a:t>
            </a:r>
            <a:endParaRPr/>
          </a:p>
          <a:p>
            <a:pPr indent="-330200" lvl="0" marL="457200" marR="0" rtl="0" algn="l">
              <a:lnSpc>
                <a:spcPct val="100000"/>
              </a:lnSpc>
              <a:spcBef>
                <a:spcPts val="480"/>
              </a:spcBef>
              <a:spcAft>
                <a:spcPts val="0"/>
              </a:spcAft>
              <a:buClr>
                <a:schemeClr val="dk1"/>
              </a:buClr>
              <a:buSzPts val="1600"/>
              <a:buFont typeface="Average"/>
              <a:buAutoNum type="arabicPeriod"/>
            </a:pPr>
            <a:r>
              <a:rPr b="0" i="0" lang="en" sz="1600" u="none" cap="none" strike="noStrike">
                <a:solidFill>
                  <a:schemeClr val="dk1"/>
                </a:solidFill>
                <a:latin typeface="Average"/>
                <a:ea typeface="Average"/>
                <a:cs typeface="Average"/>
                <a:sym typeface="Average"/>
              </a:rPr>
              <a:t>unami</a:t>
            </a:r>
            <a:endParaRPr/>
          </a:p>
        </p:txBody>
      </p:sp>
      <p:pic>
        <p:nvPicPr>
          <p:cNvPr id="307" name="Google Shape;307;p20"/>
          <p:cNvPicPr preferRelativeResize="0"/>
          <p:nvPr/>
        </p:nvPicPr>
        <p:blipFill>
          <a:blip r:embed="rId3">
            <a:alphaModFix/>
          </a:blip>
          <a:stretch>
            <a:fillRect/>
          </a:stretch>
        </p:blipFill>
        <p:spPr>
          <a:xfrm>
            <a:off x="765550" y="1632300"/>
            <a:ext cx="3625800" cy="2719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1"/>
          <p:cNvSpPr txBox="1"/>
          <p:nvPr>
            <p:ph idx="4294967295" type="title"/>
          </p:nvPr>
        </p:nvSpPr>
        <p:spPr>
          <a:xfrm>
            <a:off x="586290" y="313547"/>
            <a:ext cx="7024799"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Olfaction/Smell (Chemoreception)</a:t>
            </a:r>
            <a:endParaRPr/>
          </a:p>
        </p:txBody>
      </p:sp>
      <p:sp>
        <p:nvSpPr>
          <p:cNvPr id="313" name="Google Shape;313;p21"/>
          <p:cNvSpPr txBox="1"/>
          <p:nvPr/>
        </p:nvSpPr>
        <p:spPr>
          <a:xfrm>
            <a:off x="586300" y="938450"/>
            <a:ext cx="7706700" cy="140399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verage"/>
              <a:buNone/>
            </a:pPr>
            <a:r>
              <a:rPr b="0" i="0" lang="en" sz="1600" u="none" cap="none" strike="noStrike">
                <a:solidFill>
                  <a:schemeClr val="dk1"/>
                </a:solidFill>
                <a:latin typeface="Average"/>
                <a:ea typeface="Average"/>
                <a:cs typeface="Average"/>
                <a:sym typeface="Average"/>
              </a:rPr>
              <a:t>Humans can distinguish between over 10,000 different odours. Each of these odour particles is thought to fit like a lock &amp; key into specific chemoreceptors which line the nasal cavity, known as </a:t>
            </a:r>
            <a:r>
              <a:rPr b="1" i="1" lang="en" sz="1600" u="none" cap="none" strike="noStrike">
                <a:solidFill>
                  <a:schemeClr val="dk1"/>
                </a:solidFill>
                <a:latin typeface="Average"/>
                <a:ea typeface="Average"/>
                <a:cs typeface="Average"/>
                <a:sym typeface="Average"/>
              </a:rPr>
              <a:t>olfactory cells</a:t>
            </a:r>
            <a:r>
              <a:rPr b="1" i="0" lang="en" sz="1600" u="none" cap="none" strike="noStrike">
                <a:solidFill>
                  <a:schemeClr val="dk1"/>
                </a:solidFill>
                <a:latin typeface="Average"/>
                <a:ea typeface="Average"/>
                <a:cs typeface="Average"/>
                <a:sym typeface="Average"/>
              </a:rPr>
              <a:t>.</a:t>
            </a:r>
            <a:r>
              <a:rPr b="0" i="0" lang="en" sz="1600" u="none" cap="none" strike="noStrike">
                <a:solidFill>
                  <a:schemeClr val="dk1"/>
                </a:solidFill>
                <a:latin typeface="Average"/>
                <a:ea typeface="Average"/>
                <a:cs typeface="Average"/>
                <a:sym typeface="Average"/>
              </a:rPr>
              <a:t> </a:t>
            </a:r>
            <a:endParaRPr/>
          </a:p>
        </p:txBody>
      </p:sp>
      <p:sp>
        <p:nvSpPr>
          <p:cNvPr id="314" name="Google Shape;314;p21"/>
          <p:cNvSpPr txBox="1"/>
          <p:nvPr/>
        </p:nvSpPr>
        <p:spPr>
          <a:xfrm>
            <a:off x="544350" y="1945725"/>
            <a:ext cx="4349100" cy="2274000"/>
          </a:xfrm>
          <a:prstGeom prst="rect">
            <a:avLst/>
          </a:prstGeom>
          <a:noFill/>
          <a:ln>
            <a:noFill/>
          </a:ln>
        </p:spPr>
        <p:txBody>
          <a:bodyPr anchorCtr="0" anchor="ctr"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When stimulated, olfactory cells transmit signals to the </a:t>
            </a:r>
            <a:r>
              <a:rPr lang="en" sz="1400" u="none" cap="none" strike="noStrike">
                <a:solidFill>
                  <a:schemeClr val="dk1"/>
                </a:solidFill>
                <a:latin typeface="Average"/>
                <a:ea typeface="Average"/>
                <a:cs typeface="Average"/>
                <a:sym typeface="Average"/>
              </a:rPr>
              <a:t>olfactory bulb </a:t>
            </a:r>
            <a:r>
              <a:rPr b="0" i="0" lang="en" sz="1400" u="none" cap="none" strike="noStrike">
                <a:solidFill>
                  <a:schemeClr val="dk1"/>
                </a:solidFill>
                <a:latin typeface="Average"/>
                <a:ea typeface="Average"/>
                <a:cs typeface="Average"/>
                <a:sym typeface="Average"/>
              </a:rPr>
              <a:t>in the cerebrum of  the brain, leading to the sensation of smell</a:t>
            </a:r>
            <a:endParaRPr/>
          </a:p>
          <a:p>
            <a:pPr indent="-228600" lvl="0" marL="457200" marR="0" rtl="0" algn="l">
              <a:lnSpc>
                <a:spcPct val="100000"/>
              </a:lnSpc>
              <a:spcBef>
                <a:spcPts val="1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The olfactory bulb of dogs is more than twice the size of humans, explaining their heightened sense of smell</a:t>
            </a:r>
            <a:endParaRPr/>
          </a:p>
        </p:txBody>
      </p:sp>
      <p:pic>
        <p:nvPicPr>
          <p:cNvPr id="315" name="Google Shape;315;p21"/>
          <p:cNvPicPr preferRelativeResize="0"/>
          <p:nvPr/>
        </p:nvPicPr>
        <p:blipFill rotWithShape="1">
          <a:blip r:embed="rId3">
            <a:alphaModFix/>
          </a:blip>
          <a:srcRect b="0" l="0" r="0" t="18247"/>
          <a:stretch/>
        </p:blipFill>
        <p:spPr>
          <a:xfrm>
            <a:off x="4893450" y="2192150"/>
            <a:ext cx="2682366" cy="227400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2"/>
          <p:cNvSpPr txBox="1"/>
          <p:nvPr>
            <p:ph idx="4294967295" type="title"/>
          </p:nvPr>
        </p:nvSpPr>
        <p:spPr>
          <a:xfrm>
            <a:off x="586290" y="3135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Receptors in the Skin</a:t>
            </a:r>
            <a:endParaRPr/>
          </a:p>
        </p:txBody>
      </p:sp>
      <p:sp>
        <p:nvSpPr>
          <p:cNvPr id="321" name="Google Shape;321;p22"/>
          <p:cNvSpPr txBox="1"/>
          <p:nvPr/>
        </p:nvSpPr>
        <p:spPr>
          <a:xfrm>
            <a:off x="586300" y="835225"/>
            <a:ext cx="7942500" cy="1507200"/>
          </a:xfrm>
          <a:prstGeom prst="rect">
            <a:avLst/>
          </a:prstGeom>
          <a:noFill/>
          <a:ln>
            <a:noFill/>
          </a:ln>
        </p:spPr>
        <p:txBody>
          <a:bodyPr anchorCtr="0" anchor="ctr" bIns="91425" lIns="91425" spcFirstLastPara="1" rIns="91425" wrap="square" tIns="91425">
            <a:noAutofit/>
          </a:bodyPr>
          <a:lstStyle/>
          <a:p>
            <a:pPr indent="-323850" lvl="0" marL="457200" marR="0" rtl="0" algn="l">
              <a:lnSpc>
                <a:spcPct val="100000"/>
              </a:lnSpc>
              <a:spcBef>
                <a:spcPts val="0"/>
              </a:spcBef>
              <a:spcAft>
                <a:spcPts val="0"/>
              </a:spcAft>
              <a:buClr>
                <a:schemeClr val="dk1"/>
              </a:buClr>
              <a:buSzPts val="1500"/>
              <a:buFont typeface="Average"/>
              <a:buChar char="➢"/>
            </a:pPr>
            <a:r>
              <a:rPr lang="en" sz="1500">
                <a:solidFill>
                  <a:schemeClr val="dk1"/>
                </a:solidFill>
                <a:latin typeface="Average"/>
                <a:ea typeface="Average"/>
                <a:cs typeface="Average"/>
                <a:sym typeface="Average"/>
              </a:rPr>
              <a:t>There are many different types of receptors in the skin that respond to a variety of different stimuli such as touch, pressure, temperature, pain, and various intensities of these. (You do not need to have any of this memorized, just appreciate the complexity! )	</a:t>
            </a:r>
            <a:endParaRPr sz="1500">
              <a:solidFill>
                <a:schemeClr val="dk1"/>
              </a:solidFill>
              <a:latin typeface="Average"/>
              <a:ea typeface="Average"/>
              <a:cs typeface="Average"/>
              <a:sym typeface="Average"/>
            </a:endParaRPr>
          </a:p>
        </p:txBody>
      </p:sp>
      <p:pic>
        <p:nvPicPr>
          <p:cNvPr id="322" name="Google Shape;322;p22"/>
          <p:cNvPicPr preferRelativeResize="0"/>
          <p:nvPr/>
        </p:nvPicPr>
        <p:blipFill>
          <a:blip r:embed="rId3">
            <a:alphaModFix/>
          </a:blip>
          <a:stretch>
            <a:fillRect/>
          </a:stretch>
        </p:blipFill>
        <p:spPr>
          <a:xfrm>
            <a:off x="349975" y="2203375"/>
            <a:ext cx="3997801" cy="2712800"/>
          </a:xfrm>
          <a:prstGeom prst="rect">
            <a:avLst/>
          </a:prstGeom>
          <a:noFill/>
          <a:ln>
            <a:noFill/>
          </a:ln>
        </p:spPr>
      </p:pic>
      <p:pic>
        <p:nvPicPr>
          <p:cNvPr id="323" name="Google Shape;323;p22"/>
          <p:cNvPicPr preferRelativeResize="0"/>
          <p:nvPr/>
        </p:nvPicPr>
        <p:blipFill>
          <a:blip r:embed="rId4">
            <a:alphaModFix/>
          </a:blip>
          <a:stretch>
            <a:fillRect/>
          </a:stretch>
        </p:blipFill>
        <p:spPr>
          <a:xfrm>
            <a:off x="4746498" y="2019413"/>
            <a:ext cx="3850274" cy="2929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3"/>
          <p:cNvSpPr txBox="1"/>
          <p:nvPr>
            <p:ph idx="4294967295" type="title"/>
          </p:nvPr>
        </p:nvSpPr>
        <p:spPr>
          <a:xfrm>
            <a:off x="586290" y="3135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Receptors in the Skin</a:t>
            </a:r>
            <a:endParaRPr/>
          </a:p>
        </p:txBody>
      </p:sp>
      <p:sp>
        <p:nvSpPr>
          <p:cNvPr id="329" name="Google Shape;329;p23"/>
          <p:cNvSpPr txBox="1"/>
          <p:nvPr/>
        </p:nvSpPr>
        <p:spPr>
          <a:xfrm>
            <a:off x="552225" y="1170950"/>
            <a:ext cx="7942500" cy="1559700"/>
          </a:xfrm>
          <a:prstGeom prst="rect">
            <a:avLst/>
          </a:prstGeom>
          <a:noFill/>
          <a:ln>
            <a:noFill/>
          </a:ln>
        </p:spPr>
        <p:txBody>
          <a:bodyPr anchorCtr="0" anchor="ctr" bIns="91425" lIns="91425" spcFirstLastPara="1" rIns="91425" wrap="square" tIns="91425">
            <a:noAutofit/>
          </a:bodyPr>
          <a:lstStyle/>
          <a:p>
            <a:pPr indent="-323850" lvl="0" marL="457200" marR="0" rtl="0" algn="l">
              <a:lnSpc>
                <a:spcPct val="100000"/>
              </a:lnSpc>
              <a:spcBef>
                <a:spcPts val="0"/>
              </a:spcBef>
              <a:spcAft>
                <a:spcPts val="0"/>
              </a:spcAft>
              <a:buClr>
                <a:schemeClr val="dk1"/>
              </a:buClr>
              <a:buSzPts val="1500"/>
              <a:buFont typeface="Average"/>
              <a:buChar char="➢"/>
            </a:pPr>
            <a:r>
              <a:rPr lang="en" sz="1500">
                <a:solidFill>
                  <a:schemeClr val="dk1"/>
                </a:solidFill>
                <a:latin typeface="Average"/>
                <a:ea typeface="Average"/>
                <a:cs typeface="Average"/>
                <a:sym typeface="Average"/>
              </a:rPr>
              <a:t>We should, however, </a:t>
            </a:r>
            <a:r>
              <a:rPr lang="en" sz="1500">
                <a:solidFill>
                  <a:schemeClr val="dk1"/>
                </a:solidFill>
                <a:latin typeface="Average"/>
                <a:ea typeface="Average"/>
                <a:cs typeface="Average"/>
                <a:sym typeface="Average"/>
              </a:rPr>
              <a:t>appreciate</a:t>
            </a:r>
            <a:r>
              <a:rPr lang="en" sz="1500">
                <a:solidFill>
                  <a:schemeClr val="dk1"/>
                </a:solidFill>
                <a:latin typeface="Average"/>
                <a:ea typeface="Average"/>
                <a:cs typeface="Average"/>
                <a:sym typeface="Average"/>
              </a:rPr>
              <a:t> that the distribution of many receptors, such as touch receptors, are not uniform throughout the body and skin</a:t>
            </a:r>
            <a:endParaRPr sz="1500">
              <a:solidFill>
                <a:schemeClr val="dk1"/>
              </a:solidFill>
              <a:latin typeface="Average"/>
              <a:ea typeface="Average"/>
              <a:cs typeface="Average"/>
              <a:sym typeface="Average"/>
            </a:endParaRPr>
          </a:p>
          <a:p>
            <a:pPr indent="-323850" lvl="0" marL="457200" marR="0" rtl="0" algn="l">
              <a:lnSpc>
                <a:spcPct val="100000"/>
              </a:lnSpc>
              <a:spcBef>
                <a:spcPts val="0"/>
              </a:spcBef>
              <a:spcAft>
                <a:spcPts val="0"/>
              </a:spcAft>
              <a:buClr>
                <a:schemeClr val="dk1"/>
              </a:buClr>
              <a:buSzPts val="1500"/>
              <a:buFont typeface="Average"/>
              <a:buChar char="➢"/>
            </a:pPr>
            <a:r>
              <a:rPr lang="en" sz="1500">
                <a:solidFill>
                  <a:schemeClr val="dk1"/>
                </a:solidFill>
                <a:latin typeface="Average"/>
                <a:ea typeface="Average"/>
                <a:cs typeface="Average"/>
                <a:sym typeface="Average"/>
              </a:rPr>
              <a:t>For example, you have a </a:t>
            </a:r>
            <a:r>
              <a:rPr b="1" lang="en" sz="1500">
                <a:solidFill>
                  <a:schemeClr val="dk1"/>
                </a:solidFill>
                <a:latin typeface="Average"/>
                <a:ea typeface="Average"/>
                <a:cs typeface="Average"/>
                <a:sym typeface="Average"/>
              </a:rPr>
              <a:t>much greater density of touch receptors in your </a:t>
            </a:r>
            <a:r>
              <a:rPr b="1" lang="en" sz="1500">
                <a:solidFill>
                  <a:schemeClr val="dk1"/>
                </a:solidFill>
                <a:latin typeface="Average"/>
                <a:ea typeface="Average"/>
                <a:cs typeface="Average"/>
                <a:sym typeface="Average"/>
              </a:rPr>
              <a:t>fingertips</a:t>
            </a:r>
            <a:r>
              <a:rPr b="1" lang="en" sz="1500">
                <a:solidFill>
                  <a:schemeClr val="dk1"/>
                </a:solidFill>
                <a:latin typeface="Average"/>
                <a:ea typeface="Average"/>
                <a:cs typeface="Average"/>
                <a:sym typeface="Average"/>
              </a:rPr>
              <a:t> or your lips and tongue</a:t>
            </a:r>
            <a:r>
              <a:rPr lang="en" sz="1500">
                <a:solidFill>
                  <a:schemeClr val="dk1"/>
                </a:solidFill>
                <a:latin typeface="Average"/>
                <a:ea typeface="Average"/>
                <a:cs typeface="Average"/>
                <a:sym typeface="Average"/>
              </a:rPr>
              <a:t>, than on your ankle or your back. </a:t>
            </a:r>
            <a:endParaRPr sz="1500">
              <a:solidFill>
                <a:schemeClr val="dk1"/>
              </a:solidFill>
              <a:latin typeface="Average"/>
              <a:ea typeface="Average"/>
              <a:cs typeface="Average"/>
              <a:sym typeface="Average"/>
            </a:endParaRPr>
          </a:p>
          <a:p>
            <a:pPr indent="-323850" lvl="1" marL="914400" marR="0" rtl="0" algn="l">
              <a:lnSpc>
                <a:spcPct val="100000"/>
              </a:lnSpc>
              <a:spcBef>
                <a:spcPts val="0"/>
              </a:spcBef>
              <a:spcAft>
                <a:spcPts val="0"/>
              </a:spcAft>
              <a:buClr>
                <a:schemeClr val="dk1"/>
              </a:buClr>
              <a:buSzPts val="1500"/>
              <a:buFont typeface="Average"/>
              <a:buChar char="○"/>
            </a:pPr>
            <a:r>
              <a:rPr lang="en" sz="1500">
                <a:solidFill>
                  <a:schemeClr val="dk1"/>
                </a:solidFill>
                <a:latin typeface="Average"/>
                <a:ea typeface="Average"/>
                <a:cs typeface="Average"/>
                <a:sym typeface="Average"/>
              </a:rPr>
              <a:t>This is why we are so bad at the drawing on the back game!</a:t>
            </a:r>
            <a:endParaRPr sz="1500">
              <a:solidFill>
                <a:schemeClr val="dk1"/>
              </a:solidFill>
              <a:latin typeface="Average"/>
              <a:ea typeface="Average"/>
              <a:cs typeface="Average"/>
              <a:sym typeface="Average"/>
            </a:endParaRPr>
          </a:p>
        </p:txBody>
      </p:sp>
      <p:pic>
        <p:nvPicPr>
          <p:cNvPr id="330" name="Google Shape;330;p23"/>
          <p:cNvPicPr preferRelativeResize="0"/>
          <p:nvPr/>
        </p:nvPicPr>
        <p:blipFill>
          <a:blip r:embed="rId3">
            <a:alphaModFix/>
          </a:blip>
          <a:stretch>
            <a:fillRect/>
          </a:stretch>
        </p:blipFill>
        <p:spPr>
          <a:xfrm>
            <a:off x="2754800" y="2651525"/>
            <a:ext cx="2810600" cy="2107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4"/>
          <p:cNvSpPr txBox="1"/>
          <p:nvPr>
            <p:ph idx="4294967295" type="title"/>
          </p:nvPr>
        </p:nvSpPr>
        <p:spPr>
          <a:xfrm>
            <a:off x="584725" y="994599"/>
            <a:ext cx="7024800" cy="5553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Vision (Photoreception)</a:t>
            </a:r>
            <a:r>
              <a:rPr b="1" i="0" lang="en" sz="3000" u="none" cap="none" strike="noStrike">
                <a:solidFill>
                  <a:schemeClr val="accent1"/>
                </a:solidFill>
                <a:latin typeface="Average"/>
                <a:ea typeface="Average"/>
                <a:cs typeface="Average"/>
                <a:sym typeface="Average"/>
              </a:rPr>
              <a:t> </a:t>
            </a:r>
            <a:endParaRPr/>
          </a:p>
        </p:txBody>
      </p:sp>
      <p:sp>
        <p:nvSpPr>
          <p:cNvPr id="336" name="Google Shape;336;p24"/>
          <p:cNvSpPr txBox="1"/>
          <p:nvPr/>
        </p:nvSpPr>
        <p:spPr>
          <a:xfrm>
            <a:off x="584725" y="1714050"/>
            <a:ext cx="4231200" cy="1785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verage"/>
              <a:buNone/>
            </a:pPr>
            <a:r>
              <a:rPr b="0" i="0" lang="en" sz="1600" u="none" cap="none" strike="noStrike">
                <a:solidFill>
                  <a:schemeClr val="dk1"/>
                </a:solidFill>
                <a:latin typeface="Average"/>
                <a:ea typeface="Average"/>
                <a:cs typeface="Average"/>
                <a:sym typeface="Average"/>
              </a:rPr>
              <a:t>Vision is associated with the stimulation of </a:t>
            </a:r>
            <a:r>
              <a:rPr b="1" i="0" lang="en" sz="1600" u="none" cap="none" strike="noStrike">
                <a:solidFill>
                  <a:schemeClr val="dk1"/>
                </a:solidFill>
                <a:latin typeface="Average"/>
                <a:ea typeface="Average"/>
                <a:cs typeface="Average"/>
                <a:sym typeface="Average"/>
              </a:rPr>
              <a:t>photoreceptors</a:t>
            </a:r>
            <a:r>
              <a:rPr b="0" i="0" lang="en" sz="1600" u="none" cap="none" strike="noStrike">
                <a:solidFill>
                  <a:schemeClr val="dk1"/>
                </a:solidFill>
                <a:latin typeface="Average"/>
                <a:ea typeface="Average"/>
                <a:cs typeface="Average"/>
                <a:sym typeface="Average"/>
              </a:rPr>
              <a:t> at the back of the eye by light energy. </a:t>
            </a:r>
            <a:endParaRPr b="0" i="0" sz="16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chemeClr val="dk1"/>
              </a:buClr>
              <a:buSzPts val="1600"/>
              <a:buFont typeface="Average"/>
              <a:buNone/>
            </a:pPr>
            <a:r>
              <a:rPr b="1" i="0" lang="en" sz="1600" u="none" cap="none" strike="noStrike">
                <a:solidFill>
                  <a:schemeClr val="dk1"/>
                </a:solidFill>
                <a:latin typeface="Average"/>
                <a:ea typeface="Average"/>
                <a:cs typeface="Average"/>
                <a:sym typeface="Average"/>
              </a:rPr>
              <a:t>Rods</a:t>
            </a:r>
            <a:r>
              <a:rPr b="0" i="0" lang="en" sz="1600" u="none" cap="none" strike="noStrike">
                <a:solidFill>
                  <a:schemeClr val="dk1"/>
                </a:solidFill>
                <a:latin typeface="Average"/>
                <a:ea typeface="Average"/>
                <a:cs typeface="Average"/>
                <a:sym typeface="Average"/>
              </a:rPr>
              <a:t> (light sensors </a:t>
            </a:r>
            <a:r>
              <a:rPr lang="en" sz="1600">
                <a:solidFill>
                  <a:schemeClr val="dk1"/>
                </a:solidFill>
                <a:latin typeface="Average"/>
                <a:ea typeface="Average"/>
                <a:cs typeface="Average"/>
                <a:sym typeface="Average"/>
              </a:rPr>
              <a:t>→ black/white vision</a:t>
            </a:r>
            <a:r>
              <a:rPr b="0" i="0" lang="en" sz="1600" u="none" cap="none" strike="noStrike">
                <a:solidFill>
                  <a:schemeClr val="dk1"/>
                </a:solidFill>
                <a:latin typeface="Average"/>
                <a:ea typeface="Average"/>
                <a:cs typeface="Average"/>
                <a:sym typeface="Average"/>
              </a:rPr>
              <a:t>) and </a:t>
            </a:r>
            <a:r>
              <a:rPr b="1" i="0" lang="en" sz="1600" u="none" cap="none" strike="noStrike">
                <a:solidFill>
                  <a:schemeClr val="dk1"/>
                </a:solidFill>
                <a:latin typeface="Average"/>
                <a:ea typeface="Average"/>
                <a:cs typeface="Average"/>
                <a:sym typeface="Average"/>
              </a:rPr>
              <a:t>cones </a:t>
            </a:r>
            <a:r>
              <a:rPr b="0" i="0" lang="en" sz="1600" u="none" cap="none" strike="noStrike">
                <a:solidFill>
                  <a:schemeClr val="dk1"/>
                </a:solidFill>
                <a:latin typeface="Average"/>
                <a:ea typeface="Average"/>
                <a:cs typeface="Average"/>
                <a:sym typeface="Average"/>
              </a:rPr>
              <a:t>(colour sensors) in the retina convert this light energy into electrochemical impulses which the brain uses to form an image... </a:t>
            </a:r>
            <a:endParaRPr/>
          </a:p>
        </p:txBody>
      </p:sp>
      <p:pic>
        <p:nvPicPr>
          <p:cNvPr descr="Next stop in our tour of your sensory systems? VISION. With a little help from an optical illusion, we take a look inside your eyes to try to figure out how your sense of vision works -- and how it can be tricked.&#10;&#10;&#10;***&#10;&#10;Table of Contents&#10;The Structure of the Eye 2:31&#10;The Fibrous, Vascular, and Inner Layers 3:33.2&#10;The Retina 4:56&#10;Photoreceptors, Bipolar Cells, and Ganglion Neurons 5:09.2&#10;Rods and Cones 6:07.5&#10;&#10;&#10;***&#10;&#10;Crash Course is now on Patreon! You can support us directly by signing up at http://www.patreon.com/crashcourse&#10;&#10;Thanks to the following Patrons for their generous monthly contributions that help keep Crash Course free for everyone forever:&#10;&#10;Mark Brouwer, Jan Schmid, Steve Marshall, Anna-Ester Volozh, Sandra Aft, Brad Wardell, Christian Ludvigsen, Robert Kunz, Jason, A Saslow, Jacob Ash, Jeffrey Thompson, Jessica Simmons, James Craver, Simun Niclasen, SR Foxley, Roger C. Rocha, Nevin, Spoljaric, Eric Knight, Elliot Beter, Jessica Wode&#10;&#10;***SUBBABLE MESSAGES***&#10;&#10;TO: THE WORLD&#10;FROM: Future Is The Future&#10;&#10;Awesome gender neutral vintage clothing: http://futureisthefuture.com&#10;&#10;--&#10;&#10;TO: Beth&#10;FROM: Joey&#10;&#10;I Love You Beth Ronie With All Of My Heart!&#10;&#10;***SUPPORTER THANK YOU!***&#10;&#10;Thank you so much to all of our awesome supporters for their contributions to help make Crash Course possible and freely available for everyone forever:&#10;&#10;Sofie Harning&#10;Sour Bags &amp; Totes&#10;Don Phillips&#10;Christian Dodson&#10;Christian Dodson (once again)&#10;Christian Dodson (again)&#10;Christian Dodson (NO EDGE)&#10;Sour Bags &amp; Totes&#10;tuseroni&#10;Amy Guerrero&#10;&#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337" name="Google Shape;337;p24" title="Vision: Crash Course A&amp;P #18">
            <a:hlinkClick r:id="rId3"/>
          </p:cNvPr>
          <p:cNvPicPr preferRelativeResize="0"/>
          <p:nvPr/>
        </p:nvPicPr>
        <p:blipFill>
          <a:blip r:embed="rId4">
            <a:alphaModFix/>
          </a:blip>
          <a:stretch>
            <a:fillRect/>
          </a:stretch>
        </p:blipFill>
        <p:spPr>
          <a:xfrm>
            <a:off x="4902725" y="1104237"/>
            <a:ext cx="3303775" cy="2477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5"/>
          <p:cNvSpPr txBox="1"/>
          <p:nvPr>
            <p:ph idx="4294967295" type="title"/>
          </p:nvPr>
        </p:nvSpPr>
        <p:spPr>
          <a:xfrm>
            <a:off x="586290" y="257522"/>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2700" u="none" cap="none" strike="noStrike">
                <a:solidFill>
                  <a:schemeClr val="accent1"/>
                </a:solidFill>
                <a:latin typeface="Average"/>
                <a:ea typeface="Average"/>
                <a:cs typeface="Average"/>
                <a:sym typeface="Average"/>
              </a:rPr>
              <a:t>Anatomy of the Eye &amp; Vision</a:t>
            </a:r>
            <a:endParaRPr sz="2700"/>
          </a:p>
        </p:txBody>
      </p:sp>
      <p:sp>
        <p:nvSpPr>
          <p:cNvPr id="343" name="Google Shape;343;p25"/>
          <p:cNvSpPr txBox="1"/>
          <p:nvPr/>
        </p:nvSpPr>
        <p:spPr>
          <a:xfrm>
            <a:off x="455725" y="1251275"/>
            <a:ext cx="4394100" cy="3419100"/>
          </a:xfrm>
          <a:prstGeom prst="rect">
            <a:avLst/>
          </a:prstGeom>
          <a:noFill/>
          <a:ln>
            <a:noFill/>
          </a:ln>
        </p:spPr>
        <p:txBody>
          <a:bodyPr anchorCtr="0" anchor="ctr" bIns="91425" lIns="91425" spcFirstLastPara="1" rIns="91425" wrap="square" tIns="91425">
            <a:noAutofit/>
          </a:bodyPr>
          <a:lstStyle/>
          <a:p>
            <a:pPr indent="-215900" lvl="0" marL="457200" marR="0" rtl="0" algn="l">
              <a:lnSpc>
                <a:spcPct val="100000"/>
              </a:lnSpc>
              <a:spcBef>
                <a:spcPts val="0"/>
              </a:spcBef>
              <a:spcAft>
                <a:spcPts val="0"/>
              </a:spcAft>
              <a:buClr>
                <a:schemeClr val="dk1"/>
              </a:buClr>
              <a:buSzPts val="1200"/>
              <a:buFont typeface="Average"/>
              <a:buChar char="➢"/>
            </a:pPr>
            <a:r>
              <a:rPr b="0" i="0" lang="en" sz="1200" u="none" cap="none" strike="noStrike">
                <a:solidFill>
                  <a:schemeClr val="dk1"/>
                </a:solidFill>
                <a:latin typeface="Average"/>
                <a:ea typeface="Average"/>
                <a:cs typeface="Average"/>
                <a:sym typeface="Average"/>
              </a:rPr>
              <a:t>Light enters the eye through the </a:t>
            </a:r>
            <a:r>
              <a:rPr b="1" i="1" lang="en" sz="1200" u="none" cap="none" strike="noStrike">
                <a:solidFill>
                  <a:schemeClr val="dk1"/>
                </a:solidFill>
                <a:latin typeface="Average"/>
                <a:ea typeface="Average"/>
                <a:cs typeface="Average"/>
                <a:sym typeface="Average"/>
              </a:rPr>
              <a:t>cornea, </a:t>
            </a:r>
            <a:r>
              <a:rPr lang="en" sz="1200">
                <a:solidFill>
                  <a:schemeClr val="dk1"/>
                </a:solidFill>
                <a:latin typeface="Average"/>
                <a:ea typeface="Average"/>
                <a:cs typeface="Average"/>
                <a:sym typeface="Average"/>
              </a:rPr>
              <a:t>which is the clear part of the </a:t>
            </a:r>
            <a:r>
              <a:rPr b="1" lang="en" sz="1200">
                <a:solidFill>
                  <a:schemeClr val="dk1"/>
                </a:solidFill>
                <a:latin typeface="Average"/>
                <a:ea typeface="Average"/>
                <a:cs typeface="Average"/>
                <a:sym typeface="Average"/>
              </a:rPr>
              <a:t>sclera</a:t>
            </a:r>
            <a:r>
              <a:rPr lang="en" sz="1200">
                <a:solidFill>
                  <a:schemeClr val="dk1"/>
                </a:solidFill>
                <a:latin typeface="Average"/>
                <a:ea typeface="Average"/>
                <a:cs typeface="Average"/>
                <a:sym typeface="Average"/>
              </a:rPr>
              <a:t> in front of the eye.</a:t>
            </a:r>
            <a:r>
              <a:rPr b="0" i="1" lang="en" sz="1200" u="none" cap="none" strike="noStrike">
                <a:solidFill>
                  <a:schemeClr val="dk1"/>
                </a:solidFill>
                <a:latin typeface="Average"/>
                <a:ea typeface="Average"/>
                <a:cs typeface="Average"/>
                <a:sym typeface="Average"/>
              </a:rPr>
              <a:t> </a:t>
            </a:r>
            <a:endParaRPr b="1" sz="1200"/>
          </a:p>
          <a:p>
            <a:pPr indent="-2159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The </a:t>
            </a:r>
            <a:r>
              <a:rPr b="1" i="1" lang="en" sz="1200">
                <a:solidFill>
                  <a:schemeClr val="dk1"/>
                </a:solidFill>
                <a:latin typeface="Average"/>
                <a:ea typeface="Average"/>
                <a:cs typeface="Average"/>
                <a:sym typeface="Average"/>
              </a:rPr>
              <a:t>iris</a:t>
            </a:r>
            <a:r>
              <a:rPr lang="en" sz="1200">
                <a:solidFill>
                  <a:schemeClr val="dk1"/>
                </a:solidFill>
                <a:latin typeface="Average"/>
                <a:ea typeface="Average"/>
                <a:cs typeface="Average"/>
                <a:sym typeface="Average"/>
              </a:rPr>
              <a:t>, is the colored part of the eye and is a muscle that contracts and relaxes to control how much light actually enters the eye through the </a:t>
            </a:r>
            <a:r>
              <a:rPr b="1" i="1" lang="en" sz="1200">
                <a:solidFill>
                  <a:schemeClr val="dk1"/>
                </a:solidFill>
                <a:latin typeface="Average"/>
                <a:ea typeface="Average"/>
                <a:cs typeface="Average"/>
                <a:sym typeface="Average"/>
              </a:rPr>
              <a:t>pupil</a:t>
            </a:r>
            <a:r>
              <a:rPr lang="en" sz="1200">
                <a:solidFill>
                  <a:schemeClr val="dk1"/>
                </a:solidFill>
                <a:latin typeface="Average"/>
                <a:ea typeface="Average"/>
                <a:cs typeface="Average"/>
                <a:sym typeface="Average"/>
              </a:rPr>
              <a:t>, the hole in the iris. </a:t>
            </a:r>
            <a:endParaRPr sz="1200">
              <a:solidFill>
                <a:schemeClr val="dk1"/>
              </a:solidFill>
              <a:latin typeface="Average"/>
              <a:ea typeface="Average"/>
              <a:cs typeface="Average"/>
              <a:sym typeface="Average"/>
            </a:endParaRPr>
          </a:p>
          <a:p>
            <a:pPr indent="-215900" lvl="0" marL="457200" marR="0" rtl="0" algn="l">
              <a:lnSpc>
                <a:spcPct val="100000"/>
              </a:lnSpc>
              <a:spcBef>
                <a:spcPts val="1480"/>
              </a:spcBef>
              <a:spcAft>
                <a:spcPts val="0"/>
              </a:spcAft>
              <a:buClr>
                <a:schemeClr val="dk1"/>
              </a:buClr>
              <a:buSzPts val="1200"/>
              <a:buFont typeface="Average"/>
              <a:buChar char="➢"/>
            </a:pPr>
            <a:r>
              <a:rPr b="1" i="1" lang="en" sz="1200">
                <a:solidFill>
                  <a:schemeClr val="dk1"/>
                </a:solidFill>
                <a:latin typeface="Average"/>
                <a:ea typeface="Average"/>
                <a:cs typeface="Average"/>
                <a:sym typeface="Average"/>
              </a:rPr>
              <a:t>Ciliary muscles </a:t>
            </a:r>
            <a:r>
              <a:rPr lang="en" sz="1200">
                <a:solidFill>
                  <a:schemeClr val="dk1"/>
                </a:solidFill>
                <a:latin typeface="Average"/>
                <a:ea typeface="Average"/>
                <a:cs typeface="Average"/>
                <a:sym typeface="Average"/>
              </a:rPr>
              <a:t>hold the </a:t>
            </a:r>
            <a:r>
              <a:rPr b="1" i="1" lang="en" sz="1200">
                <a:solidFill>
                  <a:schemeClr val="dk1"/>
                </a:solidFill>
                <a:latin typeface="Average"/>
                <a:ea typeface="Average"/>
                <a:cs typeface="Average"/>
                <a:sym typeface="Average"/>
              </a:rPr>
              <a:t>lens</a:t>
            </a:r>
            <a:r>
              <a:rPr lang="en" sz="1200">
                <a:solidFill>
                  <a:schemeClr val="dk1"/>
                </a:solidFill>
                <a:latin typeface="Average"/>
                <a:ea typeface="Average"/>
                <a:cs typeface="Average"/>
                <a:sym typeface="Average"/>
              </a:rPr>
              <a:t> in place and control its shape, allowing it to focus on objects closer or further away and focus the incoming light onto the </a:t>
            </a:r>
            <a:r>
              <a:rPr b="1" i="1" lang="en" sz="1200">
                <a:solidFill>
                  <a:schemeClr val="dk1"/>
                </a:solidFill>
                <a:latin typeface="Average"/>
                <a:ea typeface="Average"/>
                <a:cs typeface="Average"/>
                <a:sym typeface="Average"/>
              </a:rPr>
              <a:t>retina</a:t>
            </a:r>
            <a:r>
              <a:rPr lang="en" sz="1200">
                <a:solidFill>
                  <a:schemeClr val="dk1"/>
                </a:solidFill>
                <a:latin typeface="Average"/>
                <a:ea typeface="Average"/>
                <a:cs typeface="Average"/>
                <a:sym typeface="Average"/>
              </a:rPr>
              <a:t>. </a:t>
            </a:r>
            <a:r>
              <a:rPr b="0" i="0" lang="en" sz="1200" u="none" cap="none" strike="noStrike">
                <a:solidFill>
                  <a:schemeClr val="dk1"/>
                </a:solidFill>
                <a:latin typeface="Average"/>
                <a:ea typeface="Average"/>
                <a:cs typeface="Average"/>
                <a:sym typeface="Average"/>
              </a:rPr>
              <a:t>(</a:t>
            </a:r>
            <a:r>
              <a:rPr b="0" lang="en" sz="1200" u="none" cap="none" strike="noStrike">
                <a:solidFill>
                  <a:schemeClr val="dk1"/>
                </a:solidFill>
                <a:latin typeface="Average"/>
                <a:ea typeface="Average"/>
                <a:cs typeface="Average"/>
                <a:sym typeface="Average"/>
              </a:rPr>
              <a:t>this process is called </a:t>
            </a:r>
            <a:r>
              <a:rPr b="0" i="1" lang="en" sz="1200" u="none" cap="none" strike="noStrike">
                <a:solidFill>
                  <a:schemeClr val="dk1"/>
                </a:solidFill>
                <a:latin typeface="Average"/>
                <a:ea typeface="Average"/>
                <a:cs typeface="Average"/>
                <a:sym typeface="Average"/>
              </a:rPr>
              <a:t>accommodation</a:t>
            </a:r>
            <a:r>
              <a:rPr b="0" i="0" lang="en" sz="1200" u="none" cap="none" strike="noStrike">
                <a:solidFill>
                  <a:schemeClr val="dk1"/>
                </a:solidFill>
                <a:latin typeface="Average"/>
                <a:ea typeface="Average"/>
                <a:cs typeface="Average"/>
                <a:sym typeface="Average"/>
              </a:rPr>
              <a:t>)</a:t>
            </a:r>
            <a:endParaRPr sz="1200"/>
          </a:p>
          <a:p>
            <a:pPr indent="-2159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The focused light strikes the </a:t>
            </a:r>
            <a:r>
              <a:rPr b="1" i="1" lang="en" sz="1200">
                <a:solidFill>
                  <a:schemeClr val="dk1"/>
                </a:solidFill>
                <a:latin typeface="Average"/>
                <a:ea typeface="Average"/>
                <a:cs typeface="Average"/>
                <a:sym typeface="Average"/>
              </a:rPr>
              <a:t>retina</a:t>
            </a:r>
            <a:r>
              <a:rPr lang="en" sz="1200">
                <a:solidFill>
                  <a:schemeClr val="dk1"/>
                </a:solidFill>
                <a:latin typeface="Average"/>
                <a:ea typeface="Average"/>
                <a:cs typeface="Average"/>
                <a:sym typeface="Average"/>
              </a:rPr>
              <a:t>, which is the inner layer of the back of the eye. </a:t>
            </a:r>
            <a:r>
              <a:rPr b="0" i="0" lang="en" sz="1200" u="none" cap="none" strike="noStrike">
                <a:solidFill>
                  <a:schemeClr val="dk1"/>
                </a:solidFill>
                <a:latin typeface="Average"/>
                <a:ea typeface="Average"/>
                <a:cs typeface="Average"/>
                <a:sym typeface="Average"/>
              </a:rPr>
              <a:t>The retina is composed of </a:t>
            </a:r>
            <a:r>
              <a:rPr b="1" i="1" lang="en" sz="1200" u="none" cap="none" strike="noStrike">
                <a:solidFill>
                  <a:schemeClr val="dk1"/>
                </a:solidFill>
                <a:latin typeface="Average"/>
                <a:ea typeface="Average"/>
                <a:cs typeface="Average"/>
                <a:sym typeface="Average"/>
              </a:rPr>
              <a:t>rods </a:t>
            </a:r>
            <a:r>
              <a:rPr b="0" i="0" lang="en" sz="1200" u="none" cap="none" strike="noStrike">
                <a:solidFill>
                  <a:schemeClr val="dk1"/>
                </a:solidFill>
                <a:latin typeface="Average"/>
                <a:ea typeface="Average"/>
                <a:cs typeface="Average"/>
                <a:sym typeface="Average"/>
              </a:rPr>
              <a:t>(sensitive to light intensity) and </a:t>
            </a:r>
            <a:r>
              <a:rPr b="1" i="1" lang="en" sz="1200" u="none" cap="none" strike="noStrike">
                <a:solidFill>
                  <a:schemeClr val="dk1"/>
                </a:solidFill>
                <a:latin typeface="Average"/>
                <a:ea typeface="Average"/>
                <a:cs typeface="Average"/>
                <a:sym typeface="Average"/>
              </a:rPr>
              <a:t>cones</a:t>
            </a:r>
            <a:r>
              <a:rPr b="1" i="0" lang="en" sz="1200" u="none" cap="none" strike="noStrike">
                <a:solidFill>
                  <a:schemeClr val="dk1"/>
                </a:solidFill>
                <a:latin typeface="Average"/>
                <a:ea typeface="Average"/>
                <a:cs typeface="Average"/>
                <a:sym typeface="Average"/>
              </a:rPr>
              <a:t> </a:t>
            </a:r>
            <a:r>
              <a:rPr b="0" i="0" lang="en" sz="1200" u="none" cap="none" strike="noStrike">
                <a:solidFill>
                  <a:schemeClr val="dk1"/>
                </a:solidFill>
                <a:latin typeface="Average"/>
                <a:ea typeface="Average"/>
                <a:cs typeface="Average"/>
                <a:sym typeface="Average"/>
              </a:rPr>
              <a:t>(sensitive to wavelengths of colour)</a:t>
            </a:r>
            <a:endParaRPr sz="1200"/>
          </a:p>
          <a:p>
            <a:pPr indent="-215900" lvl="0" marL="457200" marR="0" rtl="0" algn="l">
              <a:lnSpc>
                <a:spcPct val="100000"/>
              </a:lnSpc>
              <a:spcBef>
                <a:spcPts val="1480"/>
              </a:spcBef>
              <a:spcAft>
                <a:spcPts val="0"/>
              </a:spcAft>
              <a:buClr>
                <a:schemeClr val="dk1"/>
              </a:buClr>
              <a:buSzPts val="1200"/>
              <a:buFont typeface="Average"/>
              <a:buChar char="➢"/>
            </a:pPr>
            <a:r>
              <a:rPr b="0" i="0" lang="en" sz="1200" u="none" cap="none" strike="noStrike">
                <a:solidFill>
                  <a:schemeClr val="dk1"/>
                </a:solidFill>
                <a:latin typeface="Average"/>
                <a:ea typeface="Average"/>
                <a:cs typeface="Average"/>
                <a:sym typeface="Average"/>
              </a:rPr>
              <a:t>Photoreceptors (rods and cones) relay sensory impulses to the occipital lobe of the brain via the </a:t>
            </a:r>
            <a:r>
              <a:rPr b="1" i="1" lang="en" sz="1200" u="none" cap="none" strike="noStrike">
                <a:solidFill>
                  <a:schemeClr val="dk1"/>
                </a:solidFill>
                <a:latin typeface="Average"/>
                <a:ea typeface="Average"/>
                <a:cs typeface="Average"/>
                <a:sym typeface="Average"/>
              </a:rPr>
              <a:t>optic nerve</a:t>
            </a:r>
            <a:endParaRPr sz="1200"/>
          </a:p>
        </p:txBody>
      </p:sp>
      <p:pic>
        <p:nvPicPr>
          <p:cNvPr id="344" name="Google Shape;344;p25"/>
          <p:cNvPicPr preferRelativeResize="0"/>
          <p:nvPr/>
        </p:nvPicPr>
        <p:blipFill rotWithShape="1">
          <a:blip r:embed="rId3">
            <a:alphaModFix/>
          </a:blip>
          <a:srcRect b="0" l="0" r="0" t="0"/>
          <a:stretch/>
        </p:blipFill>
        <p:spPr>
          <a:xfrm>
            <a:off x="4731626" y="1285325"/>
            <a:ext cx="3960423" cy="29561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6"/>
          <p:cNvSpPr txBox="1"/>
          <p:nvPr>
            <p:ph idx="4294967295" type="title"/>
          </p:nvPr>
        </p:nvSpPr>
        <p:spPr>
          <a:xfrm>
            <a:off x="586290" y="486122"/>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2700" u="none" cap="none" strike="noStrike">
                <a:solidFill>
                  <a:schemeClr val="accent1"/>
                </a:solidFill>
                <a:latin typeface="Average"/>
                <a:ea typeface="Average"/>
                <a:cs typeface="Average"/>
                <a:sym typeface="Average"/>
              </a:rPr>
              <a:t>Anatomy of the Eye &amp; Vision</a:t>
            </a:r>
            <a:endParaRPr sz="2700"/>
          </a:p>
        </p:txBody>
      </p:sp>
      <p:sp>
        <p:nvSpPr>
          <p:cNvPr id="350" name="Google Shape;350;p26"/>
          <p:cNvSpPr txBox="1"/>
          <p:nvPr/>
        </p:nvSpPr>
        <p:spPr>
          <a:xfrm>
            <a:off x="586300" y="1479875"/>
            <a:ext cx="3820800" cy="3190800"/>
          </a:xfrm>
          <a:prstGeom prst="rect">
            <a:avLst/>
          </a:prstGeom>
          <a:noFill/>
          <a:ln>
            <a:noFill/>
          </a:ln>
        </p:spPr>
        <p:txBody>
          <a:bodyPr anchorCtr="0" anchor="ctr" bIns="91425" lIns="91425" spcFirstLastPara="1" rIns="91425" wrap="square" tIns="91425">
            <a:noAutofit/>
          </a:bodyPr>
          <a:lstStyle/>
          <a:p>
            <a:pPr indent="-2159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The </a:t>
            </a:r>
            <a:r>
              <a:rPr b="1" i="1" lang="en" sz="1200">
                <a:solidFill>
                  <a:schemeClr val="dk1"/>
                </a:solidFill>
                <a:latin typeface="Average"/>
                <a:ea typeface="Average"/>
                <a:cs typeface="Average"/>
                <a:sym typeface="Average"/>
              </a:rPr>
              <a:t>aqueous humour</a:t>
            </a:r>
            <a:r>
              <a:rPr lang="en" sz="1200">
                <a:solidFill>
                  <a:schemeClr val="dk1"/>
                </a:solidFill>
                <a:latin typeface="Average"/>
                <a:ea typeface="Average"/>
                <a:cs typeface="Average"/>
                <a:sym typeface="Average"/>
              </a:rPr>
              <a:t> supplies the cornea with nutrients, while the </a:t>
            </a:r>
            <a:r>
              <a:rPr b="1" i="1" lang="en" sz="1200">
                <a:solidFill>
                  <a:schemeClr val="dk1"/>
                </a:solidFill>
                <a:latin typeface="Average"/>
                <a:ea typeface="Average"/>
                <a:cs typeface="Average"/>
                <a:sym typeface="Average"/>
              </a:rPr>
              <a:t>vitreous humour</a:t>
            </a:r>
            <a:r>
              <a:rPr lang="en" sz="1200">
                <a:solidFill>
                  <a:schemeClr val="dk1"/>
                </a:solidFill>
                <a:latin typeface="Average"/>
                <a:ea typeface="Average"/>
                <a:cs typeface="Average"/>
                <a:sym typeface="Average"/>
              </a:rPr>
              <a:t> maintains the shape of the eye and permits light transmission to the retina.</a:t>
            </a:r>
            <a:endParaRPr sz="1200">
              <a:solidFill>
                <a:schemeClr val="dk1"/>
              </a:solidFill>
              <a:latin typeface="Average"/>
              <a:ea typeface="Average"/>
              <a:cs typeface="Average"/>
              <a:sym typeface="Average"/>
            </a:endParaRPr>
          </a:p>
          <a:p>
            <a:pPr indent="-2159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The </a:t>
            </a:r>
            <a:r>
              <a:rPr b="1" i="1" lang="en" sz="1200">
                <a:solidFill>
                  <a:schemeClr val="dk1"/>
                </a:solidFill>
                <a:latin typeface="Average"/>
                <a:ea typeface="Average"/>
                <a:cs typeface="Average"/>
                <a:sym typeface="Average"/>
              </a:rPr>
              <a:t>sclera</a:t>
            </a:r>
            <a:r>
              <a:rPr lang="en" sz="1200">
                <a:solidFill>
                  <a:schemeClr val="dk1"/>
                </a:solidFill>
                <a:latin typeface="Average"/>
                <a:ea typeface="Average"/>
                <a:cs typeface="Average"/>
                <a:sym typeface="Average"/>
              </a:rPr>
              <a:t> protects the eye and helps to maintain its shape. </a:t>
            </a:r>
            <a:endParaRPr sz="1200">
              <a:solidFill>
                <a:schemeClr val="dk1"/>
              </a:solidFill>
              <a:latin typeface="Average"/>
              <a:ea typeface="Average"/>
              <a:cs typeface="Average"/>
              <a:sym typeface="Average"/>
            </a:endParaRPr>
          </a:p>
          <a:p>
            <a:pPr indent="-2159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The </a:t>
            </a:r>
            <a:r>
              <a:rPr b="1" i="1" lang="en" sz="1200">
                <a:solidFill>
                  <a:schemeClr val="dk1"/>
                </a:solidFill>
                <a:latin typeface="Average"/>
                <a:ea typeface="Average"/>
                <a:cs typeface="Average"/>
                <a:sym typeface="Average"/>
              </a:rPr>
              <a:t>choroid layer</a:t>
            </a:r>
            <a:r>
              <a:rPr lang="en" sz="1200">
                <a:solidFill>
                  <a:schemeClr val="dk1"/>
                </a:solidFill>
                <a:latin typeface="Average"/>
                <a:ea typeface="Average"/>
                <a:cs typeface="Average"/>
                <a:sym typeface="Average"/>
              </a:rPr>
              <a:t> contains blood vessels which nourish the retina.</a:t>
            </a:r>
            <a:endParaRPr sz="1200">
              <a:solidFill>
                <a:schemeClr val="dk1"/>
              </a:solidFill>
              <a:latin typeface="Average"/>
              <a:ea typeface="Average"/>
              <a:cs typeface="Average"/>
              <a:sym typeface="Average"/>
            </a:endParaRPr>
          </a:p>
          <a:p>
            <a:pPr indent="-2159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The </a:t>
            </a:r>
            <a:r>
              <a:rPr b="1" i="1" lang="en" sz="1200">
                <a:solidFill>
                  <a:schemeClr val="dk1"/>
                </a:solidFill>
                <a:latin typeface="Average"/>
                <a:ea typeface="Average"/>
                <a:cs typeface="Average"/>
                <a:sym typeface="Average"/>
              </a:rPr>
              <a:t>fovea centralis</a:t>
            </a:r>
            <a:r>
              <a:rPr lang="en" sz="1200">
                <a:solidFill>
                  <a:schemeClr val="dk1"/>
                </a:solidFill>
                <a:latin typeface="Average"/>
                <a:ea typeface="Average"/>
                <a:cs typeface="Average"/>
                <a:sym typeface="Average"/>
              </a:rPr>
              <a:t> is a location in the retina that contains a high concentration of cones, while the </a:t>
            </a:r>
            <a:r>
              <a:rPr b="1" i="1" lang="en" sz="1200">
                <a:solidFill>
                  <a:schemeClr val="dk1"/>
                </a:solidFill>
                <a:latin typeface="Average"/>
                <a:ea typeface="Average"/>
                <a:cs typeface="Average"/>
                <a:sym typeface="Average"/>
              </a:rPr>
              <a:t>blind spot</a:t>
            </a:r>
            <a:r>
              <a:rPr lang="en" sz="1200">
                <a:solidFill>
                  <a:schemeClr val="dk1"/>
                </a:solidFill>
                <a:latin typeface="Average"/>
                <a:ea typeface="Average"/>
                <a:cs typeface="Average"/>
                <a:sym typeface="Average"/>
              </a:rPr>
              <a:t> (the point at which the optic nerve connects to the retina) contains neither rods nor cones. This is why when light falls on the blind spot, no image is generated. </a:t>
            </a:r>
            <a:endParaRPr sz="1200">
              <a:solidFill>
                <a:schemeClr val="dk1"/>
              </a:solidFill>
              <a:latin typeface="Average"/>
              <a:ea typeface="Average"/>
              <a:cs typeface="Average"/>
              <a:sym typeface="Average"/>
            </a:endParaRPr>
          </a:p>
        </p:txBody>
      </p:sp>
      <p:pic>
        <p:nvPicPr>
          <p:cNvPr id="351" name="Google Shape;351;p26"/>
          <p:cNvPicPr preferRelativeResize="0"/>
          <p:nvPr/>
        </p:nvPicPr>
        <p:blipFill rotWithShape="1">
          <a:blip r:embed="rId3">
            <a:alphaModFix/>
          </a:blip>
          <a:srcRect b="0" l="0" r="0" t="0"/>
          <a:stretch/>
        </p:blipFill>
        <p:spPr>
          <a:xfrm>
            <a:off x="4330975" y="1343525"/>
            <a:ext cx="4129450" cy="3082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7"/>
          <p:cNvSpPr txBox="1"/>
          <p:nvPr>
            <p:ph idx="4294967295" type="title"/>
          </p:nvPr>
        </p:nvSpPr>
        <p:spPr>
          <a:xfrm>
            <a:off x="662500" y="389750"/>
            <a:ext cx="81114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Extra: </a:t>
            </a:r>
            <a:r>
              <a:rPr b="1" i="0" lang="en" sz="3000" u="none" cap="none" strike="noStrike">
                <a:solidFill>
                  <a:schemeClr val="accent1"/>
                </a:solidFill>
                <a:latin typeface="Average"/>
                <a:ea typeface="Average"/>
                <a:cs typeface="Average"/>
                <a:sym typeface="Average"/>
              </a:rPr>
              <a:t>Conditions Affecting the </a:t>
            </a:r>
            <a:r>
              <a:rPr b="1" lang="en" sz="3000">
                <a:latin typeface="Average"/>
                <a:ea typeface="Average"/>
                <a:cs typeface="Average"/>
                <a:sym typeface="Average"/>
              </a:rPr>
              <a:t>Shape of the Eye</a:t>
            </a:r>
            <a:endParaRPr/>
          </a:p>
        </p:txBody>
      </p:sp>
      <p:sp>
        <p:nvSpPr>
          <p:cNvPr id="357" name="Google Shape;357;p27"/>
          <p:cNvSpPr txBox="1"/>
          <p:nvPr/>
        </p:nvSpPr>
        <p:spPr>
          <a:xfrm>
            <a:off x="4546475" y="1351425"/>
            <a:ext cx="4016100" cy="3308700"/>
          </a:xfrm>
          <a:prstGeom prst="rect">
            <a:avLst/>
          </a:prstGeom>
          <a:noFill/>
          <a:ln>
            <a:noFill/>
          </a:ln>
        </p:spPr>
        <p:txBody>
          <a:bodyPr anchorCtr="0" anchor="ctr" bIns="91425" lIns="91425" spcFirstLastPara="1" rIns="91425" wrap="square" tIns="91425">
            <a:noAutofit/>
          </a:bodyPr>
          <a:lstStyle/>
          <a:p>
            <a:pPr indent="-330200" lvl="0" marL="457200" marR="0" rtl="0" algn="l">
              <a:lnSpc>
                <a:spcPct val="100000"/>
              </a:lnSpc>
              <a:spcBef>
                <a:spcPts val="0"/>
              </a:spcBef>
              <a:spcAft>
                <a:spcPts val="0"/>
              </a:spcAft>
              <a:buClr>
                <a:schemeClr val="dk1"/>
              </a:buClr>
              <a:buSzPts val="1600"/>
              <a:buFont typeface="Average"/>
              <a:buChar char="➢"/>
            </a:pPr>
            <a:r>
              <a:rPr b="1" i="0" lang="en" sz="1600" u="none" cap="none" strike="noStrike">
                <a:solidFill>
                  <a:schemeClr val="dk1"/>
                </a:solidFill>
                <a:latin typeface="Average"/>
                <a:ea typeface="Average"/>
                <a:cs typeface="Average"/>
                <a:sym typeface="Average"/>
              </a:rPr>
              <a:t>Myopia (nearsightedness)</a:t>
            </a:r>
            <a:endParaRPr/>
          </a:p>
          <a:p>
            <a:pPr indent="-311150" lvl="0" marL="914400" marR="0" rtl="0" algn="l">
              <a:lnSpc>
                <a:spcPct val="100000"/>
              </a:lnSpc>
              <a:spcBef>
                <a:spcPts val="480"/>
              </a:spcBef>
              <a:spcAft>
                <a:spcPts val="0"/>
              </a:spcAft>
              <a:buClr>
                <a:schemeClr val="dk1"/>
              </a:buClr>
              <a:buSzPts val="1300"/>
              <a:buFont typeface="Average"/>
              <a:buChar char="●"/>
            </a:pPr>
            <a:r>
              <a:rPr b="0" i="0" lang="en" sz="1300" u="none" cap="none" strike="noStrike">
                <a:solidFill>
                  <a:schemeClr val="dk1"/>
                </a:solidFill>
                <a:latin typeface="Average"/>
                <a:ea typeface="Average"/>
                <a:cs typeface="Average"/>
                <a:sym typeface="Average"/>
              </a:rPr>
              <a:t>the inability to see objects at a distance</a:t>
            </a:r>
            <a:endParaRPr/>
          </a:p>
          <a:p>
            <a:pPr indent="-311150" lvl="0" marL="914400" marR="0" rtl="0" algn="l">
              <a:lnSpc>
                <a:spcPct val="100000"/>
              </a:lnSpc>
              <a:spcBef>
                <a:spcPts val="480"/>
              </a:spcBef>
              <a:spcAft>
                <a:spcPts val="0"/>
              </a:spcAft>
              <a:buClr>
                <a:schemeClr val="dk1"/>
              </a:buClr>
              <a:buSzPts val="1300"/>
              <a:buFont typeface="Average"/>
              <a:buChar char="●"/>
            </a:pPr>
            <a:r>
              <a:rPr b="0" i="0" lang="en" sz="1300" u="none" cap="none" strike="noStrike">
                <a:solidFill>
                  <a:schemeClr val="dk1"/>
                </a:solidFill>
                <a:latin typeface="Average"/>
                <a:ea typeface="Average"/>
                <a:cs typeface="Average"/>
                <a:sym typeface="Average"/>
              </a:rPr>
              <a:t>eyeball is slightly elongated, so focused light falls in front of the retina</a:t>
            </a:r>
            <a:endParaRPr/>
          </a:p>
          <a:p>
            <a:pPr indent="-311150" lvl="0" marL="914400" marR="0" rtl="0" algn="l">
              <a:lnSpc>
                <a:spcPct val="100000"/>
              </a:lnSpc>
              <a:spcBef>
                <a:spcPts val="480"/>
              </a:spcBef>
              <a:spcAft>
                <a:spcPts val="0"/>
              </a:spcAft>
              <a:buClr>
                <a:schemeClr val="dk1"/>
              </a:buClr>
              <a:buSzPts val="1300"/>
              <a:buFont typeface="Average"/>
              <a:buChar char="●"/>
            </a:pPr>
            <a:r>
              <a:rPr b="0" i="0" lang="en" sz="1300" u="none" cap="none" strike="noStrike">
                <a:solidFill>
                  <a:schemeClr val="dk1"/>
                </a:solidFill>
                <a:latin typeface="Average"/>
                <a:ea typeface="Average"/>
                <a:cs typeface="Average"/>
                <a:sym typeface="Average"/>
              </a:rPr>
              <a:t>nearsighted people can wear concave lenses to help focus light directly on the retina</a:t>
            </a:r>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verage"/>
              <a:ea typeface="Average"/>
              <a:cs typeface="Average"/>
              <a:sym typeface="Average"/>
            </a:endParaRPr>
          </a:p>
          <a:p>
            <a:pPr indent="-330200" lvl="0" marL="457200" marR="0" rtl="0" algn="l">
              <a:lnSpc>
                <a:spcPct val="100000"/>
              </a:lnSpc>
              <a:spcBef>
                <a:spcPts val="480"/>
              </a:spcBef>
              <a:spcAft>
                <a:spcPts val="0"/>
              </a:spcAft>
              <a:buClr>
                <a:schemeClr val="dk1"/>
              </a:buClr>
              <a:buSzPts val="1600"/>
              <a:buFont typeface="Average"/>
              <a:buChar char="➢"/>
            </a:pPr>
            <a:r>
              <a:rPr b="1" i="0" lang="en" sz="1600" u="none" cap="none" strike="noStrike">
                <a:solidFill>
                  <a:schemeClr val="dk1"/>
                </a:solidFill>
                <a:latin typeface="Average"/>
                <a:ea typeface="Average"/>
                <a:cs typeface="Average"/>
                <a:sym typeface="Average"/>
              </a:rPr>
              <a:t>Hyperopia (farsightedness)</a:t>
            </a:r>
            <a:endParaRPr/>
          </a:p>
          <a:p>
            <a:pPr indent="-311150" lvl="0" marL="914400" marR="0" rtl="0" algn="l">
              <a:lnSpc>
                <a:spcPct val="100000"/>
              </a:lnSpc>
              <a:spcBef>
                <a:spcPts val="480"/>
              </a:spcBef>
              <a:spcAft>
                <a:spcPts val="0"/>
              </a:spcAft>
              <a:buClr>
                <a:schemeClr val="dk1"/>
              </a:buClr>
              <a:buSzPts val="1300"/>
              <a:buFont typeface="Average"/>
              <a:buChar char="●"/>
            </a:pPr>
            <a:r>
              <a:rPr b="0" i="0" lang="en" sz="1300" u="none" cap="none" strike="noStrike">
                <a:solidFill>
                  <a:schemeClr val="dk1"/>
                </a:solidFill>
                <a:latin typeface="Average"/>
                <a:ea typeface="Average"/>
                <a:cs typeface="Average"/>
                <a:sym typeface="Average"/>
              </a:rPr>
              <a:t>the inability to see objects at close range</a:t>
            </a:r>
            <a:endParaRPr/>
          </a:p>
          <a:p>
            <a:pPr indent="-311150" lvl="0" marL="914400" marR="0" rtl="0" algn="l">
              <a:lnSpc>
                <a:spcPct val="100000"/>
              </a:lnSpc>
              <a:spcBef>
                <a:spcPts val="480"/>
              </a:spcBef>
              <a:spcAft>
                <a:spcPts val="0"/>
              </a:spcAft>
              <a:buClr>
                <a:schemeClr val="dk1"/>
              </a:buClr>
              <a:buSzPts val="1300"/>
              <a:buFont typeface="Average"/>
              <a:buChar char="●"/>
            </a:pPr>
            <a:r>
              <a:rPr b="0" i="0" lang="en" sz="1300" u="none" cap="none" strike="noStrike">
                <a:solidFill>
                  <a:schemeClr val="dk1"/>
                </a:solidFill>
                <a:latin typeface="Average"/>
                <a:ea typeface="Average"/>
                <a:cs typeface="Average"/>
                <a:sym typeface="Average"/>
              </a:rPr>
              <a:t>eyeball is slightly shortened, so focused light falls behind the retina</a:t>
            </a:r>
            <a:endParaRPr/>
          </a:p>
          <a:p>
            <a:pPr indent="-311150" lvl="0" marL="914400" marR="0" rtl="0" algn="l">
              <a:lnSpc>
                <a:spcPct val="100000"/>
              </a:lnSpc>
              <a:spcBef>
                <a:spcPts val="480"/>
              </a:spcBef>
              <a:spcAft>
                <a:spcPts val="0"/>
              </a:spcAft>
              <a:buClr>
                <a:schemeClr val="dk1"/>
              </a:buClr>
              <a:buSzPts val="1300"/>
              <a:buFont typeface="Average"/>
              <a:buChar char="●"/>
            </a:pPr>
            <a:r>
              <a:rPr b="0" i="0" lang="en" sz="1300" u="none" cap="none" strike="noStrike">
                <a:solidFill>
                  <a:schemeClr val="dk1"/>
                </a:solidFill>
                <a:latin typeface="Average"/>
                <a:ea typeface="Average"/>
                <a:cs typeface="Average"/>
                <a:sym typeface="Average"/>
              </a:rPr>
              <a:t>farsighted people can wear convex lenses to help focus light directly on the retina</a:t>
            </a:r>
            <a:endParaRPr/>
          </a:p>
        </p:txBody>
      </p:sp>
      <p:pic>
        <p:nvPicPr>
          <p:cNvPr id="358" name="Google Shape;358;p27"/>
          <p:cNvPicPr preferRelativeResize="0"/>
          <p:nvPr/>
        </p:nvPicPr>
        <p:blipFill rotWithShape="1">
          <a:blip r:embed="rId3">
            <a:alphaModFix/>
          </a:blip>
          <a:srcRect b="0" l="0" r="0" t="0"/>
          <a:stretch/>
        </p:blipFill>
        <p:spPr>
          <a:xfrm>
            <a:off x="779025" y="1624250"/>
            <a:ext cx="3517575" cy="2546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8"/>
          <p:cNvSpPr txBox="1"/>
          <p:nvPr>
            <p:ph idx="4294967295" type="title"/>
          </p:nvPr>
        </p:nvSpPr>
        <p:spPr>
          <a:xfrm>
            <a:off x="635240" y="61222"/>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2700">
                <a:latin typeface="Average"/>
                <a:ea typeface="Average"/>
                <a:cs typeface="Average"/>
                <a:sym typeface="Average"/>
              </a:rPr>
              <a:t>Rods vs. Cones</a:t>
            </a:r>
            <a:endParaRPr sz="2700"/>
          </a:p>
        </p:txBody>
      </p:sp>
      <p:sp>
        <p:nvSpPr>
          <p:cNvPr id="364" name="Google Shape;364;p28"/>
          <p:cNvSpPr txBox="1"/>
          <p:nvPr/>
        </p:nvSpPr>
        <p:spPr>
          <a:xfrm>
            <a:off x="339900" y="814100"/>
            <a:ext cx="8270400" cy="1867200"/>
          </a:xfrm>
          <a:prstGeom prst="rect">
            <a:avLst/>
          </a:prstGeom>
          <a:noFill/>
          <a:ln>
            <a:noFill/>
          </a:ln>
        </p:spPr>
        <p:txBody>
          <a:bodyPr anchorCtr="0" anchor="ctr" bIns="91425" lIns="91425" spcFirstLastPara="1" rIns="91425" wrap="square" tIns="91425">
            <a:noAutofit/>
          </a:bodyPr>
          <a:lstStyle/>
          <a:p>
            <a:pPr indent="-228600" lvl="0" marL="457200" marR="0" rtl="0" algn="l">
              <a:lnSpc>
                <a:spcPct val="100000"/>
              </a:lnSpc>
              <a:spcBef>
                <a:spcPts val="1480"/>
              </a:spcBef>
              <a:spcAft>
                <a:spcPts val="0"/>
              </a:spcAft>
              <a:buClr>
                <a:schemeClr val="dk1"/>
              </a:buClr>
              <a:buSzPts val="1400"/>
              <a:buFont typeface="Average"/>
              <a:buChar char="➢"/>
            </a:pPr>
            <a:r>
              <a:rPr lang="en">
                <a:solidFill>
                  <a:schemeClr val="dk1"/>
                </a:solidFill>
                <a:latin typeface="Average"/>
                <a:ea typeface="Average"/>
                <a:cs typeface="Average"/>
                <a:sym typeface="Average"/>
              </a:rPr>
              <a:t>The retina is composed of two types of light-sensitive photoreceptors: </a:t>
            </a:r>
            <a:r>
              <a:rPr b="1" lang="en">
                <a:solidFill>
                  <a:schemeClr val="dk1"/>
                </a:solidFill>
                <a:latin typeface="Average"/>
                <a:ea typeface="Average"/>
                <a:cs typeface="Average"/>
                <a:sym typeface="Average"/>
              </a:rPr>
              <a:t>rods and cones</a:t>
            </a:r>
            <a:r>
              <a:rPr lang="en">
                <a:solidFill>
                  <a:schemeClr val="dk1"/>
                </a:solidFill>
                <a:latin typeface="Average"/>
                <a:ea typeface="Average"/>
                <a:cs typeface="Average"/>
                <a:sym typeface="Average"/>
              </a:rPr>
              <a:t>.</a:t>
            </a:r>
            <a:endParaRPr>
              <a:solidFill>
                <a:schemeClr val="dk1"/>
              </a:solidFill>
              <a:latin typeface="Average"/>
              <a:ea typeface="Average"/>
              <a:cs typeface="Average"/>
              <a:sym typeface="Average"/>
            </a:endParaRPr>
          </a:p>
          <a:p>
            <a:pPr indent="-228600" lvl="0" marL="457200" marR="0" rtl="0" algn="l">
              <a:lnSpc>
                <a:spcPct val="100000"/>
              </a:lnSpc>
              <a:spcBef>
                <a:spcPts val="1480"/>
              </a:spcBef>
              <a:spcAft>
                <a:spcPts val="0"/>
              </a:spcAft>
              <a:buClr>
                <a:schemeClr val="dk1"/>
              </a:buClr>
              <a:buSzPts val="1400"/>
              <a:buFont typeface="Average"/>
              <a:buChar char="➢"/>
            </a:pPr>
            <a:r>
              <a:rPr lang="en">
                <a:solidFill>
                  <a:schemeClr val="dk1"/>
                </a:solidFill>
                <a:latin typeface="Average"/>
                <a:ea typeface="Average"/>
                <a:cs typeface="Average"/>
                <a:sym typeface="Average"/>
              </a:rPr>
              <a:t>Rods respond to low-intensity light to detect black and white. </a:t>
            </a:r>
            <a:endParaRPr>
              <a:solidFill>
                <a:schemeClr val="dk1"/>
              </a:solidFill>
              <a:latin typeface="Average"/>
              <a:ea typeface="Average"/>
              <a:cs typeface="Average"/>
              <a:sym typeface="Average"/>
            </a:endParaRPr>
          </a:p>
          <a:p>
            <a:pPr indent="-317500" lvl="1" marL="914400" marR="0" rtl="0" algn="l">
              <a:lnSpc>
                <a:spcPct val="100000"/>
              </a:lnSpc>
              <a:spcBef>
                <a:spcPts val="0"/>
              </a:spcBef>
              <a:spcAft>
                <a:spcPts val="0"/>
              </a:spcAft>
              <a:buClr>
                <a:schemeClr val="dk1"/>
              </a:buClr>
              <a:buSzPts val="1400"/>
              <a:buFont typeface="Average"/>
              <a:buChar char="○"/>
            </a:pPr>
            <a:r>
              <a:rPr lang="en">
                <a:solidFill>
                  <a:schemeClr val="dk1"/>
                </a:solidFill>
                <a:latin typeface="Average"/>
                <a:ea typeface="Average"/>
                <a:cs typeface="Average"/>
                <a:sym typeface="Average"/>
              </a:rPr>
              <a:t>We rely on rods during low light or nighttime vision</a:t>
            </a:r>
            <a:endParaRPr>
              <a:solidFill>
                <a:schemeClr val="dk1"/>
              </a:solidFill>
              <a:latin typeface="Average"/>
              <a:ea typeface="Average"/>
              <a:cs typeface="Average"/>
              <a:sym typeface="Average"/>
            </a:endParaRPr>
          </a:p>
          <a:p>
            <a:pPr indent="-228600" lvl="0" marL="457200" marR="0" rtl="0" algn="l">
              <a:lnSpc>
                <a:spcPct val="100000"/>
              </a:lnSpc>
              <a:spcBef>
                <a:spcPts val="1480"/>
              </a:spcBef>
              <a:spcAft>
                <a:spcPts val="0"/>
              </a:spcAft>
              <a:buClr>
                <a:schemeClr val="dk1"/>
              </a:buClr>
              <a:buSzPts val="1400"/>
              <a:buFont typeface="Average"/>
              <a:buChar char="➢"/>
            </a:pPr>
            <a:r>
              <a:rPr lang="en">
                <a:solidFill>
                  <a:schemeClr val="dk1"/>
                </a:solidFill>
                <a:latin typeface="Average"/>
                <a:ea typeface="Average"/>
                <a:cs typeface="Average"/>
                <a:sym typeface="Average"/>
              </a:rPr>
              <a:t>Cones respond to high-intensity light to identify colour.</a:t>
            </a:r>
            <a:endParaRPr>
              <a:solidFill>
                <a:schemeClr val="dk1"/>
              </a:solidFill>
              <a:latin typeface="Average"/>
              <a:ea typeface="Average"/>
              <a:cs typeface="Average"/>
              <a:sym typeface="Average"/>
            </a:endParaRPr>
          </a:p>
          <a:p>
            <a:pPr indent="-317500" lvl="1" marL="914400" marR="0" rtl="0" algn="l">
              <a:lnSpc>
                <a:spcPct val="100000"/>
              </a:lnSpc>
              <a:spcBef>
                <a:spcPts val="0"/>
              </a:spcBef>
              <a:spcAft>
                <a:spcPts val="0"/>
              </a:spcAft>
              <a:buClr>
                <a:schemeClr val="dk1"/>
              </a:buClr>
              <a:buSzPts val="1400"/>
              <a:buFont typeface="Average"/>
              <a:buChar char="○"/>
            </a:pPr>
            <a:r>
              <a:rPr lang="en">
                <a:solidFill>
                  <a:schemeClr val="dk1"/>
                </a:solidFill>
                <a:latin typeface="Average"/>
                <a:ea typeface="Average"/>
                <a:cs typeface="Average"/>
                <a:sym typeface="Average"/>
              </a:rPr>
              <a:t>We rely on cones to general high visual detail when there is an abundance of light </a:t>
            </a:r>
            <a:endParaRPr>
              <a:solidFill>
                <a:schemeClr val="dk1"/>
              </a:solidFill>
              <a:latin typeface="Average"/>
              <a:ea typeface="Average"/>
              <a:cs typeface="Average"/>
              <a:sym typeface="Average"/>
            </a:endParaRPr>
          </a:p>
          <a:p>
            <a:pPr indent="0" lvl="0" marL="0" marR="0" rtl="0" algn="l">
              <a:lnSpc>
                <a:spcPct val="100000"/>
              </a:lnSpc>
              <a:spcBef>
                <a:spcPts val="1480"/>
              </a:spcBef>
              <a:spcAft>
                <a:spcPts val="0"/>
              </a:spcAft>
              <a:buNone/>
            </a:pPr>
            <a:r>
              <a:t/>
            </a:r>
            <a:endParaRPr>
              <a:solidFill>
                <a:schemeClr val="dk1"/>
              </a:solidFill>
              <a:latin typeface="Average"/>
              <a:ea typeface="Average"/>
              <a:cs typeface="Average"/>
              <a:sym typeface="Average"/>
            </a:endParaRPr>
          </a:p>
        </p:txBody>
      </p:sp>
      <p:pic>
        <p:nvPicPr>
          <p:cNvPr id="365" name="Google Shape;365;p28"/>
          <p:cNvPicPr preferRelativeResize="0"/>
          <p:nvPr/>
        </p:nvPicPr>
        <p:blipFill>
          <a:blip r:embed="rId3">
            <a:alphaModFix/>
          </a:blip>
          <a:stretch>
            <a:fillRect/>
          </a:stretch>
        </p:blipFill>
        <p:spPr>
          <a:xfrm>
            <a:off x="2221474" y="2390000"/>
            <a:ext cx="4701051" cy="24193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9"/>
          <p:cNvSpPr txBox="1"/>
          <p:nvPr>
            <p:ph type="title"/>
          </p:nvPr>
        </p:nvSpPr>
        <p:spPr>
          <a:xfrm>
            <a:off x="995815" y="477798"/>
            <a:ext cx="70248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Image Generation</a:t>
            </a:r>
            <a:endParaRPr/>
          </a:p>
        </p:txBody>
      </p:sp>
      <p:sp>
        <p:nvSpPr>
          <p:cNvPr id="371" name="Google Shape;371;p29"/>
          <p:cNvSpPr txBox="1"/>
          <p:nvPr>
            <p:ph idx="1" type="body"/>
          </p:nvPr>
        </p:nvSpPr>
        <p:spPr>
          <a:xfrm>
            <a:off x="621097" y="1872175"/>
            <a:ext cx="4058400" cy="2631600"/>
          </a:xfrm>
          <a:prstGeom prst="rect">
            <a:avLst/>
          </a:prstGeom>
        </p:spPr>
        <p:txBody>
          <a:bodyPr anchorCtr="0" anchor="t" bIns="91425" lIns="91425" spcFirstLastPara="1" rIns="91425" wrap="square" tIns="91425">
            <a:noAutofit/>
          </a:bodyPr>
          <a:lstStyle/>
          <a:p>
            <a:pPr indent="-299974" lvl="0" marL="457200" rtl="0" algn="l">
              <a:spcBef>
                <a:spcPts val="480"/>
              </a:spcBef>
              <a:spcAft>
                <a:spcPts val="0"/>
              </a:spcAft>
              <a:buSzPts val="1124"/>
              <a:buChar char="➢"/>
            </a:pPr>
            <a:r>
              <a:rPr lang="en" sz="1700"/>
              <a:t>The lens generates an inverted image on the retina, but the brain flips the received message to generate an upright perceived image.</a:t>
            </a:r>
            <a:endParaRPr sz="1700"/>
          </a:p>
        </p:txBody>
      </p:sp>
      <p:pic>
        <p:nvPicPr>
          <p:cNvPr id="372" name="Google Shape;372;p29"/>
          <p:cNvPicPr preferRelativeResize="0"/>
          <p:nvPr/>
        </p:nvPicPr>
        <p:blipFill>
          <a:blip r:embed="rId3">
            <a:alphaModFix/>
          </a:blip>
          <a:stretch>
            <a:fillRect/>
          </a:stretch>
        </p:blipFill>
        <p:spPr>
          <a:xfrm>
            <a:off x="4883275" y="1771600"/>
            <a:ext cx="3482225" cy="2163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0"/>
          <p:cNvSpPr txBox="1"/>
          <p:nvPr>
            <p:ph idx="4294967295" type="title"/>
          </p:nvPr>
        </p:nvSpPr>
        <p:spPr>
          <a:xfrm>
            <a:off x="662490" y="465947"/>
            <a:ext cx="7024799"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3000" u="none" cap="none" strike="noStrike">
                <a:solidFill>
                  <a:schemeClr val="accent1"/>
                </a:solidFill>
                <a:latin typeface="Average"/>
                <a:ea typeface="Average"/>
                <a:cs typeface="Average"/>
                <a:sym typeface="Average"/>
              </a:rPr>
              <a:t>Conditions Affecting the Cones</a:t>
            </a:r>
            <a:endParaRPr/>
          </a:p>
        </p:txBody>
      </p:sp>
      <p:sp>
        <p:nvSpPr>
          <p:cNvPr id="378" name="Google Shape;378;p30"/>
          <p:cNvSpPr txBox="1"/>
          <p:nvPr/>
        </p:nvSpPr>
        <p:spPr>
          <a:xfrm>
            <a:off x="726450" y="1399550"/>
            <a:ext cx="4276800" cy="300809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verage"/>
              <a:buNone/>
            </a:pPr>
            <a:r>
              <a:rPr b="0" i="1" lang="en" sz="1800" u="none" cap="none" strike="noStrike">
                <a:solidFill>
                  <a:schemeClr val="dk1"/>
                </a:solidFill>
                <a:latin typeface="Average"/>
                <a:ea typeface="Average"/>
                <a:cs typeface="Average"/>
                <a:sym typeface="Average"/>
              </a:rPr>
              <a:t>Colorblindness</a:t>
            </a:r>
            <a:r>
              <a:rPr b="0" i="0" lang="en" sz="1800" u="none" cap="none" strike="noStrike">
                <a:solidFill>
                  <a:schemeClr val="dk1"/>
                </a:solidFill>
                <a:latin typeface="Average"/>
                <a:ea typeface="Average"/>
                <a:cs typeface="Average"/>
                <a:sym typeface="Average"/>
              </a:rPr>
              <a:t> is a genetic condition caused by a lack of specific cones, or colour receptors.</a:t>
            </a:r>
            <a:endParaRPr/>
          </a:p>
          <a:p>
            <a:pPr indent="0" lvl="0" marL="0" marR="0" rtl="0" algn="l">
              <a:lnSpc>
                <a:spcPct val="100000"/>
              </a:lnSpc>
              <a:spcBef>
                <a:spcPts val="480"/>
              </a:spcBef>
              <a:spcAft>
                <a:spcPts val="0"/>
              </a:spcAft>
              <a:buClr>
                <a:srgbClr val="000000"/>
              </a:buClr>
              <a:buSzPts val="1100"/>
              <a:buFont typeface="Arial"/>
              <a:buNone/>
            </a:pPr>
            <a:r>
              <a:t/>
            </a:r>
            <a:endParaRPr b="0" i="0" sz="1100" u="none" cap="none" strike="noStrike">
              <a:solidFill>
                <a:schemeClr val="dk1"/>
              </a:solidFill>
              <a:latin typeface="Average"/>
              <a:ea typeface="Average"/>
              <a:cs typeface="Average"/>
              <a:sym typeface="Average"/>
            </a:endParaRPr>
          </a:p>
          <a:p>
            <a:pPr indent="-330200" lvl="0" marL="457200" marR="0" rtl="0" algn="l">
              <a:lnSpc>
                <a:spcPct val="100000"/>
              </a:lnSpc>
              <a:spcBef>
                <a:spcPts val="480"/>
              </a:spcBef>
              <a:spcAft>
                <a:spcPts val="0"/>
              </a:spcAft>
              <a:buClr>
                <a:schemeClr val="dk1"/>
              </a:buClr>
              <a:buSzPts val="1600"/>
              <a:buFont typeface="Average"/>
              <a:buChar char="➢"/>
            </a:pPr>
            <a:r>
              <a:rPr b="0" i="0" lang="en" sz="1600" u="none" cap="none" strike="noStrike">
                <a:solidFill>
                  <a:schemeClr val="dk1"/>
                </a:solidFill>
                <a:latin typeface="Average"/>
                <a:ea typeface="Average"/>
                <a:cs typeface="Average"/>
                <a:sym typeface="Average"/>
              </a:rPr>
              <a:t>Most color blind individuals lack the cones which respond to red-green wavelengths, so they cannot perceive those colours (see them as shades of brown)</a:t>
            </a:r>
            <a:endParaRPr/>
          </a:p>
          <a:p>
            <a:pPr indent="0" lvl="0" marL="0" marR="0" rtl="0" algn="l">
              <a:lnSpc>
                <a:spcPct val="100000"/>
              </a:lnSpc>
              <a:spcBef>
                <a:spcPts val="480"/>
              </a:spcBef>
              <a:spcAft>
                <a:spcPts val="0"/>
              </a:spcAft>
              <a:buClr>
                <a:srgbClr val="000000"/>
              </a:buClr>
              <a:buSzPts val="1600"/>
              <a:buFont typeface="Arial"/>
              <a:buNone/>
            </a:pPr>
            <a:r>
              <a:t/>
            </a:r>
            <a:endParaRPr b="0" i="0" sz="1600" u="none" cap="none" strike="noStrike">
              <a:solidFill>
                <a:schemeClr val="dk1"/>
              </a:solidFill>
              <a:latin typeface="Average"/>
              <a:ea typeface="Average"/>
              <a:cs typeface="Average"/>
              <a:sym typeface="Average"/>
            </a:endParaRPr>
          </a:p>
        </p:txBody>
      </p:sp>
      <p:pic>
        <p:nvPicPr>
          <p:cNvPr id="379" name="Google Shape;379;p30"/>
          <p:cNvPicPr preferRelativeResize="0"/>
          <p:nvPr/>
        </p:nvPicPr>
        <p:blipFill rotWithShape="1">
          <a:blip r:embed="rId3">
            <a:alphaModFix/>
          </a:blip>
          <a:srcRect b="3698" l="0" r="2723" t="0"/>
          <a:stretch/>
        </p:blipFill>
        <p:spPr>
          <a:xfrm>
            <a:off x="5301175" y="1532625"/>
            <a:ext cx="2509325" cy="2437799"/>
          </a:xfrm>
          <a:prstGeom prst="rect">
            <a:avLst/>
          </a:prstGeom>
          <a:noFill/>
          <a:ln>
            <a:noFill/>
          </a:ln>
        </p:spPr>
      </p:pic>
      <p:sp>
        <p:nvSpPr>
          <p:cNvPr id="380" name="Google Shape;380;p30"/>
          <p:cNvSpPr txBox="1"/>
          <p:nvPr/>
        </p:nvSpPr>
        <p:spPr>
          <a:xfrm>
            <a:off x="5573187" y="4020550"/>
            <a:ext cx="1965299" cy="461099"/>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verage"/>
              <a:buNone/>
            </a:pPr>
            <a:r>
              <a:rPr b="0" i="1" lang="en" sz="1400" u="none" cap="none" strike="noStrike">
                <a:solidFill>
                  <a:srgbClr val="000000"/>
                </a:solidFill>
                <a:latin typeface="Average"/>
                <a:ea typeface="Average"/>
                <a:cs typeface="Average"/>
                <a:sym typeface="Average"/>
              </a:rPr>
              <a:t>what do you see???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1"/>
          <p:cNvSpPr txBox="1"/>
          <p:nvPr/>
        </p:nvSpPr>
        <p:spPr>
          <a:xfrm>
            <a:off x="660100" y="1301200"/>
            <a:ext cx="7350900" cy="615600"/>
          </a:xfrm>
          <a:prstGeom prst="rect">
            <a:avLst/>
          </a:prstGeom>
          <a:noFill/>
          <a:ln>
            <a:noFill/>
          </a:ln>
        </p:spPr>
        <p:txBody>
          <a:bodyPr anchorCtr="0" anchor="t" bIns="91425" lIns="91425" spcFirstLastPara="1" rIns="91425" wrap="square" tIns="91425">
            <a:spAutoFit/>
          </a:bodyPr>
          <a:lstStyle/>
          <a:p>
            <a:pPr indent="-228600" lvl="0" marL="457200" rtl="0" algn="l">
              <a:spcBef>
                <a:spcPts val="1480"/>
              </a:spcBef>
              <a:spcAft>
                <a:spcPts val="0"/>
              </a:spcAft>
              <a:buClr>
                <a:schemeClr val="dk1"/>
              </a:buClr>
              <a:buSzPts val="1400"/>
              <a:buFont typeface="Average"/>
              <a:buChar char="➢"/>
            </a:pPr>
            <a:r>
              <a:rPr lang="en">
                <a:solidFill>
                  <a:schemeClr val="dk1"/>
                </a:solidFill>
                <a:latin typeface="Average"/>
                <a:ea typeface="Average"/>
                <a:cs typeface="Average"/>
                <a:sym typeface="Average"/>
              </a:rPr>
              <a:t>Rods contain a light-sensitive pigment called </a:t>
            </a:r>
            <a:r>
              <a:rPr i="1" lang="en">
                <a:solidFill>
                  <a:schemeClr val="dk1"/>
                </a:solidFill>
                <a:latin typeface="Average"/>
                <a:ea typeface="Average"/>
                <a:cs typeface="Average"/>
                <a:sym typeface="Average"/>
              </a:rPr>
              <a:t>rhodopsin</a:t>
            </a:r>
            <a:r>
              <a:rPr lang="en">
                <a:solidFill>
                  <a:schemeClr val="dk1"/>
                </a:solidFill>
                <a:latin typeface="Average"/>
                <a:ea typeface="Average"/>
                <a:cs typeface="Average"/>
                <a:sym typeface="Average"/>
              </a:rPr>
              <a:t>, a form of vitamin A. Thus, a lack of vitamin A can lead to what is commonly referred to as “night blindness”. </a:t>
            </a:r>
            <a:endParaRPr/>
          </a:p>
        </p:txBody>
      </p:sp>
      <p:pic>
        <p:nvPicPr>
          <p:cNvPr descr="Night blindness is real, and it can be caused by any number of things that affect the complicated mechanics of your vision.&#10;&#10;Hosted by: Michael Aranda&#10;----------&#10;Like SciShow? Want to help support us, and also get things to put on your walls, cover your torso and hold your liquids? Check out our awesome products over at DFTBA Records: http://dftba.com/scishow&#10;&#10;Or help support us by subscribing to our page on Subbable: https://subbable.com/scishow&#10;----------&#10;Looking for SciShow elsewhere on the internet?&#10;Facebook: http://www.facebook.com/scishow&#10;Twitter: http://www.twitter.com/scishow&#10;Tumblr: http://scishow.tumblr.com&#10;&#10;Thanks Tank Tumblr: http://thankstank.tumblr.com&#10;&#10;Sources:" id="386" name="Google Shape;386;p31" title="What Is Night Blindness?">
            <a:hlinkClick r:id="rId3"/>
          </p:cNvPr>
          <p:cNvPicPr preferRelativeResize="0"/>
          <p:nvPr/>
        </p:nvPicPr>
        <p:blipFill>
          <a:blip r:embed="rId4">
            <a:alphaModFix/>
          </a:blip>
          <a:stretch>
            <a:fillRect/>
          </a:stretch>
        </p:blipFill>
        <p:spPr>
          <a:xfrm>
            <a:off x="2386788" y="2103075"/>
            <a:ext cx="4370425" cy="2458375"/>
          </a:xfrm>
          <a:prstGeom prst="rect">
            <a:avLst/>
          </a:prstGeom>
          <a:noFill/>
          <a:ln>
            <a:noFill/>
          </a:ln>
        </p:spPr>
      </p:pic>
      <p:sp>
        <p:nvSpPr>
          <p:cNvPr id="387" name="Google Shape;387;p31"/>
          <p:cNvSpPr txBox="1"/>
          <p:nvPr>
            <p:ph idx="4294967295" type="title"/>
          </p:nvPr>
        </p:nvSpPr>
        <p:spPr>
          <a:xfrm>
            <a:off x="586290" y="257522"/>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2700">
                <a:latin typeface="Average"/>
                <a:ea typeface="Average"/>
                <a:cs typeface="Average"/>
                <a:sym typeface="Average"/>
              </a:rPr>
              <a:t>Conditions Affecting the Rods</a:t>
            </a:r>
            <a:endParaRPr sz="2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2"/>
          <p:cNvSpPr txBox="1"/>
          <p:nvPr>
            <p:ph idx="4294967295" type="title"/>
          </p:nvPr>
        </p:nvSpPr>
        <p:spPr>
          <a:xfrm>
            <a:off x="586290" y="46594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Extra/Fun Fact: </a:t>
            </a:r>
            <a:r>
              <a:rPr b="1" i="0" lang="en" sz="3000" u="none" cap="none" strike="noStrike">
                <a:solidFill>
                  <a:schemeClr val="accent1"/>
                </a:solidFill>
                <a:latin typeface="Average"/>
                <a:ea typeface="Average"/>
                <a:cs typeface="Average"/>
                <a:sym typeface="Average"/>
              </a:rPr>
              <a:t>Vision Development</a:t>
            </a:r>
            <a:endParaRPr/>
          </a:p>
        </p:txBody>
      </p:sp>
      <p:sp>
        <p:nvSpPr>
          <p:cNvPr id="393" name="Google Shape;393;p32"/>
          <p:cNvSpPr txBox="1"/>
          <p:nvPr/>
        </p:nvSpPr>
        <p:spPr>
          <a:xfrm>
            <a:off x="650250" y="1475750"/>
            <a:ext cx="5229300" cy="300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Average"/>
              <a:buNone/>
            </a:pPr>
            <a:r>
              <a:rPr b="0" i="0" lang="en" sz="1800" u="none" cap="none" strike="noStrike">
                <a:solidFill>
                  <a:schemeClr val="dk1"/>
                </a:solidFill>
                <a:latin typeface="Average"/>
                <a:ea typeface="Average"/>
                <a:cs typeface="Average"/>
                <a:sym typeface="Average"/>
              </a:rPr>
              <a:t>In humans, development of the eye and brain structures is only partially complete upon birth. </a:t>
            </a:r>
            <a:endParaRPr/>
          </a:p>
          <a:p>
            <a:pPr indent="-323850" lvl="0" marL="457200" marR="0" rtl="0" algn="l">
              <a:lnSpc>
                <a:spcPct val="100000"/>
              </a:lnSpc>
              <a:spcBef>
                <a:spcPts val="1480"/>
              </a:spcBef>
              <a:spcAft>
                <a:spcPts val="0"/>
              </a:spcAft>
              <a:buClr>
                <a:schemeClr val="dk1"/>
              </a:buClr>
              <a:buSzPts val="1500"/>
              <a:buFont typeface="Average"/>
              <a:buChar char="➢"/>
            </a:pPr>
            <a:r>
              <a:rPr b="0" i="0" lang="en" sz="1500" u="none" cap="none" strike="noStrike">
                <a:solidFill>
                  <a:schemeClr val="dk1"/>
                </a:solidFill>
                <a:latin typeface="Average"/>
                <a:ea typeface="Average"/>
                <a:cs typeface="Average"/>
                <a:sym typeface="Average"/>
              </a:rPr>
              <a:t>Newborns are thought to see the world “upside down” for the first few days until their brain learns to properly interpret the info it is receiving</a:t>
            </a:r>
            <a:endParaRPr/>
          </a:p>
          <a:p>
            <a:pPr indent="0" lvl="0" marL="0" marR="0" rtl="0" algn="l">
              <a:lnSpc>
                <a:spcPct val="100000"/>
              </a:lnSpc>
              <a:spcBef>
                <a:spcPts val="1480"/>
              </a:spcBef>
              <a:spcAft>
                <a:spcPts val="0"/>
              </a:spcAft>
              <a:buClr>
                <a:srgbClr val="000000"/>
              </a:buClr>
              <a:buSzPts val="1600"/>
              <a:buFont typeface="Arial"/>
              <a:buNone/>
            </a:pPr>
            <a:r>
              <a:t/>
            </a:r>
            <a:endParaRPr b="0" i="0" sz="1600" u="none" cap="none" strike="noStrike">
              <a:solidFill>
                <a:schemeClr val="dk1"/>
              </a:solidFill>
              <a:latin typeface="Average"/>
              <a:ea typeface="Average"/>
              <a:cs typeface="Average"/>
              <a:sym typeface="Average"/>
            </a:endParaRPr>
          </a:p>
        </p:txBody>
      </p:sp>
      <p:pic>
        <p:nvPicPr>
          <p:cNvPr id="394" name="Google Shape;394;p32"/>
          <p:cNvPicPr preferRelativeResize="0"/>
          <p:nvPr/>
        </p:nvPicPr>
        <p:blipFill rotWithShape="1">
          <a:blip r:embed="rId3">
            <a:alphaModFix/>
          </a:blip>
          <a:srcRect b="0" l="0" r="0" t="0"/>
          <a:stretch/>
        </p:blipFill>
        <p:spPr>
          <a:xfrm>
            <a:off x="6107025" y="1440250"/>
            <a:ext cx="2247900" cy="26860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3"/>
          <p:cNvSpPr txBox="1"/>
          <p:nvPr>
            <p:ph idx="4294967295" type="title"/>
          </p:nvPr>
        </p:nvSpPr>
        <p:spPr>
          <a:xfrm>
            <a:off x="967290" y="701447"/>
            <a:ext cx="7024800" cy="8574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4000"/>
              <a:buFont typeface="Verdana"/>
              <a:buNone/>
            </a:pPr>
            <a:r>
              <a:rPr b="1" lang="en" sz="3400" u="sng">
                <a:latin typeface="Average"/>
                <a:ea typeface="Average"/>
                <a:cs typeface="Average"/>
                <a:sym typeface="Average"/>
              </a:rPr>
              <a:t>Re-cap: Anatomy of the Eye</a:t>
            </a:r>
            <a:endParaRPr sz="3400" u="sng"/>
          </a:p>
        </p:txBody>
      </p:sp>
      <p:pic>
        <p:nvPicPr>
          <p:cNvPr descr="This tutorial is an overview of the general anatomy of the eye. It covers the most important elements of the eyeball. For more entirely FREE tutorials and the accompanying PDFs visit http://www.handwrittentutorials.com" id="400" name="Google Shape;400;p33" title="Anatomy of the Eye">
            <a:hlinkClick r:id="rId3"/>
          </p:cNvPr>
          <p:cNvPicPr preferRelativeResize="0"/>
          <p:nvPr/>
        </p:nvPicPr>
        <p:blipFill>
          <a:blip r:embed="rId4">
            <a:alphaModFix/>
          </a:blip>
          <a:stretch>
            <a:fillRect/>
          </a:stretch>
        </p:blipFill>
        <p:spPr>
          <a:xfrm>
            <a:off x="2323675" y="1824551"/>
            <a:ext cx="4312045" cy="2425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4"/>
          <p:cNvSpPr txBox="1"/>
          <p:nvPr>
            <p:ph idx="4294967295" type="title"/>
          </p:nvPr>
        </p:nvSpPr>
        <p:spPr>
          <a:xfrm>
            <a:off x="639740" y="1079997"/>
            <a:ext cx="7024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Hearing (Mechanoreception)</a:t>
            </a:r>
            <a:endParaRPr/>
          </a:p>
        </p:txBody>
      </p:sp>
      <p:sp>
        <p:nvSpPr>
          <p:cNvPr id="406" name="Google Shape;406;p34"/>
          <p:cNvSpPr txBox="1"/>
          <p:nvPr/>
        </p:nvSpPr>
        <p:spPr>
          <a:xfrm>
            <a:off x="733125" y="2234075"/>
            <a:ext cx="4587600" cy="1404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verage"/>
              <a:buNone/>
            </a:pPr>
            <a:r>
              <a:rPr b="0" i="0" lang="en" sz="1600" u="none" cap="none" strike="noStrike">
                <a:solidFill>
                  <a:schemeClr val="dk1"/>
                </a:solidFill>
                <a:latin typeface="Average"/>
                <a:ea typeface="Average"/>
                <a:cs typeface="Average"/>
                <a:sym typeface="Average"/>
              </a:rPr>
              <a:t>Hearing is associated with small fluctuations in air pressure, called </a:t>
            </a:r>
            <a:r>
              <a:rPr b="0" i="1" lang="en" sz="1600" u="none" cap="none" strike="noStrike">
                <a:solidFill>
                  <a:schemeClr val="dk1"/>
                </a:solidFill>
                <a:latin typeface="Average"/>
                <a:ea typeface="Average"/>
                <a:cs typeface="Average"/>
                <a:sym typeface="Average"/>
              </a:rPr>
              <a:t>sound waves</a:t>
            </a:r>
            <a:r>
              <a:rPr b="0" i="0" lang="en" sz="1600" u="none" cap="none" strike="noStrike">
                <a:solidFill>
                  <a:schemeClr val="dk1"/>
                </a:solidFill>
                <a:latin typeface="Average"/>
                <a:ea typeface="Average"/>
                <a:cs typeface="Average"/>
                <a:sym typeface="Average"/>
              </a:rPr>
              <a:t>. Mechanoreceptors in the inner ear convert the energy of sound waves into electrochemical impulses which the brain perceives as sound... </a:t>
            </a:r>
            <a:endParaRPr/>
          </a:p>
        </p:txBody>
      </p:sp>
      <p:pic>
        <p:nvPicPr>
          <p:cNvPr descr="Crash Course A&amp;P continues the journey through sensory systems with a look at how your sense of hearing works. We follow sounds as they work there way into the ear where they are registered and transformed into action potentials. This mechanism not only helps you hear but also helps maintain your equilibrium.&#10;&#10;Table of Contents&#10;Choclea, Basilar Membrane, and Hair Cells Register and Transduct Sound into Action Potentials&#10;The Vestibular Apparatus Responds to Specific Motions&#10;Keep Your Equilibrium 7:36&#10;&#10;&#10;***&#10;&#10;Crash Course is now on Patreon! You can support us directly by signing up at http://www.patreon.com/crashcourse&#10;&#10;Thanks to the following Patrons for their generous monthly contributions that help keep Crash Course free for everyone forever:&#10;&#10;Mark Brouwer, Jan Schmid, Steve MarshallAnna-Ester Volozh, Sandra Aft, Brad Wardell, Christian Ludvigsen, Robert Kunz, Jason, A Saslow, Jacob Ash, Jeffrey Thompson, Jessica Simmons, James Craver, Simun Niclasen, SR Foxley, Roger C. Rocha, Nevin, Spoljaric, Eric Knight, Elliot Beter, Jessica Wode&#10;&#10;***SUBBABLE MESSAGES***&#10;&#10;TO: My Student&#10;FROM: Earle&#10;&#10;Check out www.youtube.com/amorsciendi for supplementary content.&#10;&#10;--&#10;&#10;TO: Everyone&#10;FROM: Magnus Krokstad&#10;&#10;Keep dreaming!&#10;&#10;***SUPPORTER THANK YOU!***&#10;&#10;Thank you so much to all of our awesome supporters for their contributions to help make Crash Course possible and freely available for everyone forever:&#10;&#10;Belinda Pearson&#10;Caroline S.&#10;Ariela Karp and Gavi Lazan&#10;Elizabeth Gregory&#10;Amelia Gorlick&#10;Andrea Black&#10;Bill Wolf&#10;Patrick Audley&#10;Caitrin McCullough&#10;Brandi Gates&#10;&#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407" name="Google Shape;407;p34" title="Hearing &amp; Balance: Crash Course A&amp;P #17">
            <a:hlinkClick r:id="rId3"/>
          </p:cNvPr>
          <p:cNvPicPr preferRelativeResize="0"/>
          <p:nvPr/>
        </p:nvPicPr>
        <p:blipFill>
          <a:blip r:embed="rId4">
            <a:alphaModFix/>
          </a:blip>
          <a:stretch>
            <a:fillRect/>
          </a:stretch>
        </p:blipFill>
        <p:spPr>
          <a:xfrm>
            <a:off x="5758300" y="1661126"/>
            <a:ext cx="2561750" cy="1921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5"/>
          <p:cNvSpPr txBox="1"/>
          <p:nvPr>
            <p:ph idx="4294967295" type="title"/>
          </p:nvPr>
        </p:nvSpPr>
        <p:spPr>
          <a:xfrm>
            <a:off x="524001" y="462150"/>
            <a:ext cx="54117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2400" u="none" cap="none" strike="noStrike">
                <a:solidFill>
                  <a:schemeClr val="accent1"/>
                </a:solidFill>
                <a:latin typeface="Average"/>
                <a:ea typeface="Average"/>
                <a:cs typeface="Average"/>
                <a:sym typeface="Average"/>
              </a:rPr>
              <a:t>Anatomy of the </a:t>
            </a:r>
            <a:r>
              <a:rPr b="1" lang="en" sz="2400">
                <a:latin typeface="Average"/>
                <a:ea typeface="Average"/>
                <a:cs typeface="Average"/>
                <a:sym typeface="Average"/>
              </a:rPr>
              <a:t>Outer/Middle Ear</a:t>
            </a:r>
            <a:endParaRPr sz="2400"/>
          </a:p>
        </p:txBody>
      </p:sp>
      <p:sp>
        <p:nvSpPr>
          <p:cNvPr id="413" name="Google Shape;413;p35"/>
          <p:cNvSpPr txBox="1"/>
          <p:nvPr/>
        </p:nvSpPr>
        <p:spPr>
          <a:xfrm>
            <a:off x="472675" y="1568925"/>
            <a:ext cx="4059300" cy="2946000"/>
          </a:xfrm>
          <a:prstGeom prst="rect">
            <a:avLst/>
          </a:prstGeom>
          <a:noFill/>
          <a:ln>
            <a:noFill/>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verage"/>
              <a:buChar char="➢"/>
            </a:pPr>
            <a:r>
              <a:rPr b="0" i="0" lang="en" u="none" cap="none" strike="noStrike">
                <a:solidFill>
                  <a:schemeClr val="dk1"/>
                </a:solidFill>
                <a:latin typeface="Average"/>
                <a:ea typeface="Average"/>
                <a:cs typeface="Average"/>
                <a:sym typeface="Average"/>
              </a:rPr>
              <a:t>Sound waves are directed by </a:t>
            </a:r>
            <a:r>
              <a:rPr b="1" i="1" lang="en" u="none" cap="none" strike="noStrike">
                <a:solidFill>
                  <a:schemeClr val="dk1"/>
                </a:solidFill>
                <a:latin typeface="Average"/>
                <a:ea typeface="Average"/>
                <a:cs typeface="Average"/>
                <a:sym typeface="Average"/>
              </a:rPr>
              <a:t>pinna (aur</a:t>
            </a:r>
            <a:r>
              <a:rPr b="1" i="1" lang="en">
                <a:solidFill>
                  <a:schemeClr val="dk1"/>
                </a:solidFill>
                <a:latin typeface="Average"/>
                <a:ea typeface="Average"/>
                <a:cs typeface="Average"/>
                <a:sym typeface="Average"/>
              </a:rPr>
              <a:t>icle)</a:t>
            </a:r>
            <a:r>
              <a:rPr b="0" i="1" lang="en" u="none" cap="none" strike="noStrike">
                <a:solidFill>
                  <a:schemeClr val="dk1"/>
                </a:solidFill>
                <a:latin typeface="Average"/>
                <a:ea typeface="Average"/>
                <a:cs typeface="Average"/>
                <a:sym typeface="Average"/>
              </a:rPr>
              <a:t> </a:t>
            </a:r>
            <a:r>
              <a:rPr b="0" i="0" lang="en" u="none" cap="none" strike="noStrike">
                <a:solidFill>
                  <a:schemeClr val="dk1"/>
                </a:solidFill>
                <a:latin typeface="Average"/>
                <a:ea typeface="Average"/>
                <a:cs typeface="Average"/>
                <a:sym typeface="Average"/>
              </a:rPr>
              <a:t>to the </a:t>
            </a:r>
            <a:r>
              <a:rPr b="1" i="1" lang="en" u="none" cap="none" strike="noStrike">
                <a:solidFill>
                  <a:schemeClr val="dk1"/>
                </a:solidFill>
                <a:latin typeface="Average"/>
                <a:ea typeface="Average"/>
                <a:cs typeface="Average"/>
                <a:sym typeface="Average"/>
              </a:rPr>
              <a:t>auditory canal</a:t>
            </a:r>
            <a:r>
              <a:rPr b="0" i="0" lang="en" u="none" cap="none" strike="noStrike">
                <a:solidFill>
                  <a:schemeClr val="dk1"/>
                </a:solidFill>
                <a:latin typeface="Average"/>
                <a:ea typeface="Average"/>
                <a:cs typeface="Average"/>
                <a:sym typeface="Average"/>
              </a:rPr>
              <a:t>, where they strike the </a:t>
            </a:r>
            <a:r>
              <a:rPr b="1" i="1" lang="en" u="none" cap="none" strike="noStrike">
                <a:solidFill>
                  <a:schemeClr val="dk1"/>
                </a:solidFill>
                <a:latin typeface="Average"/>
                <a:ea typeface="Average"/>
                <a:cs typeface="Average"/>
                <a:sym typeface="Average"/>
              </a:rPr>
              <a:t>tympanum</a:t>
            </a:r>
            <a:r>
              <a:rPr b="1" i="0" lang="en" u="none" cap="none" strike="noStrike">
                <a:solidFill>
                  <a:schemeClr val="dk1"/>
                </a:solidFill>
                <a:latin typeface="Average"/>
                <a:ea typeface="Average"/>
                <a:cs typeface="Average"/>
                <a:sym typeface="Average"/>
              </a:rPr>
              <a:t> </a:t>
            </a:r>
            <a:r>
              <a:rPr b="0" i="0" lang="en" u="none" cap="none" strike="noStrike">
                <a:solidFill>
                  <a:schemeClr val="dk1"/>
                </a:solidFill>
                <a:latin typeface="Average"/>
                <a:ea typeface="Average"/>
                <a:cs typeface="Average"/>
                <a:sym typeface="Average"/>
              </a:rPr>
              <a:t>(</a:t>
            </a:r>
            <a:r>
              <a:rPr lang="en">
                <a:solidFill>
                  <a:schemeClr val="dk1"/>
                </a:solidFill>
                <a:latin typeface="Average"/>
                <a:ea typeface="Average"/>
                <a:cs typeface="Average"/>
                <a:sym typeface="Average"/>
              </a:rPr>
              <a:t>eardrum</a:t>
            </a:r>
            <a:r>
              <a:rPr b="0" i="0" lang="en" u="none" cap="none" strike="noStrike">
                <a:solidFill>
                  <a:schemeClr val="dk1"/>
                </a:solidFill>
                <a:latin typeface="Average"/>
                <a:ea typeface="Average"/>
                <a:cs typeface="Average"/>
                <a:sym typeface="Average"/>
              </a:rPr>
              <a:t>), </a:t>
            </a:r>
            <a:r>
              <a:rPr b="0" i="0" lang="en" u="none" cap="none" strike="noStrike">
                <a:solidFill>
                  <a:schemeClr val="dk1"/>
                </a:solidFill>
                <a:latin typeface="Average"/>
                <a:ea typeface="Average"/>
                <a:cs typeface="Average"/>
                <a:sym typeface="Average"/>
              </a:rPr>
              <a:t>generating vibrations within the middle ear.</a:t>
            </a:r>
            <a:endParaRPr/>
          </a:p>
          <a:p>
            <a:pPr indent="-317500" lvl="0" marL="457200" marR="0" rtl="0" algn="l">
              <a:lnSpc>
                <a:spcPct val="100000"/>
              </a:lnSpc>
              <a:spcBef>
                <a:spcPts val="1480"/>
              </a:spcBef>
              <a:spcAft>
                <a:spcPts val="0"/>
              </a:spcAft>
              <a:buClr>
                <a:schemeClr val="dk1"/>
              </a:buClr>
              <a:buSzPts val="1400"/>
              <a:buFont typeface="Average"/>
              <a:buChar char="➢"/>
            </a:pPr>
            <a:r>
              <a:rPr b="0" i="0" lang="en" u="none" cap="none" strike="noStrike">
                <a:solidFill>
                  <a:schemeClr val="dk1"/>
                </a:solidFill>
                <a:latin typeface="Average"/>
                <a:ea typeface="Average"/>
                <a:cs typeface="Average"/>
                <a:sym typeface="Average"/>
              </a:rPr>
              <a:t>When sound waves push against the tympanum, its vibrations are </a:t>
            </a:r>
            <a:r>
              <a:rPr b="0" i="0" lang="en" u="none" cap="none" strike="noStrike">
                <a:solidFill>
                  <a:schemeClr val="dk1"/>
                </a:solidFill>
                <a:latin typeface="Average"/>
                <a:ea typeface="Average"/>
                <a:cs typeface="Average"/>
                <a:sym typeface="Average"/>
              </a:rPr>
              <a:t>passed on </a:t>
            </a:r>
            <a:r>
              <a:rPr b="0" i="0" lang="en" u="none" cap="none" strike="noStrike">
                <a:solidFill>
                  <a:schemeClr val="dk1"/>
                </a:solidFill>
                <a:latin typeface="Average"/>
                <a:ea typeface="Average"/>
                <a:cs typeface="Average"/>
                <a:sym typeface="Average"/>
              </a:rPr>
              <a:t>and amplified by </a:t>
            </a:r>
            <a:r>
              <a:rPr lang="en">
                <a:solidFill>
                  <a:schemeClr val="dk1"/>
                </a:solidFill>
                <a:latin typeface="Average"/>
                <a:ea typeface="Average"/>
                <a:cs typeface="Average"/>
                <a:sym typeface="Average"/>
              </a:rPr>
              <a:t>a set of three small connected bones, called the </a:t>
            </a:r>
            <a:r>
              <a:rPr b="1" i="1" lang="en" u="none" cap="none" strike="noStrike">
                <a:solidFill>
                  <a:schemeClr val="dk1"/>
                </a:solidFill>
                <a:latin typeface="Average"/>
                <a:ea typeface="Average"/>
                <a:cs typeface="Average"/>
                <a:sym typeface="Average"/>
              </a:rPr>
              <a:t>ossicles </a:t>
            </a:r>
            <a:endParaRPr/>
          </a:p>
          <a:p>
            <a:pPr indent="-317500" lvl="0" marL="457200" marR="0" rtl="0" algn="l">
              <a:lnSpc>
                <a:spcPct val="100000"/>
              </a:lnSpc>
              <a:spcBef>
                <a:spcPts val="1480"/>
              </a:spcBef>
              <a:spcAft>
                <a:spcPts val="0"/>
              </a:spcAft>
              <a:buClr>
                <a:schemeClr val="dk1"/>
              </a:buClr>
              <a:buSzPts val="1400"/>
              <a:buFont typeface="Average"/>
              <a:buChar char="➢"/>
            </a:pPr>
            <a:r>
              <a:rPr b="0" i="0" lang="en" u="none" cap="none" strike="noStrike">
                <a:solidFill>
                  <a:schemeClr val="dk1"/>
                </a:solidFill>
                <a:latin typeface="Average"/>
                <a:ea typeface="Average"/>
                <a:cs typeface="Average"/>
                <a:sym typeface="Average"/>
              </a:rPr>
              <a:t>Vibrations are concentrated on the </a:t>
            </a:r>
            <a:r>
              <a:rPr b="1" i="1" lang="en" u="none" cap="none" strike="noStrike">
                <a:solidFill>
                  <a:schemeClr val="dk1"/>
                </a:solidFill>
                <a:latin typeface="Average"/>
                <a:ea typeface="Average"/>
                <a:cs typeface="Average"/>
                <a:sym typeface="Average"/>
              </a:rPr>
              <a:t>oval window</a:t>
            </a:r>
            <a:r>
              <a:rPr b="0" i="0" lang="en" u="none" cap="none" strike="noStrike">
                <a:solidFill>
                  <a:schemeClr val="dk1"/>
                </a:solidFill>
                <a:latin typeface="Average"/>
                <a:ea typeface="Average"/>
                <a:cs typeface="Average"/>
                <a:sym typeface="Average"/>
              </a:rPr>
              <a:t>, causing changes in pressure within the organs of the inner ear </a:t>
            </a:r>
            <a:endParaRPr sz="1000"/>
          </a:p>
        </p:txBody>
      </p:sp>
      <p:pic>
        <p:nvPicPr>
          <p:cNvPr id="414" name="Google Shape;414;p35"/>
          <p:cNvPicPr preferRelativeResize="0"/>
          <p:nvPr/>
        </p:nvPicPr>
        <p:blipFill>
          <a:blip r:embed="rId3">
            <a:alphaModFix/>
          </a:blip>
          <a:stretch>
            <a:fillRect/>
          </a:stretch>
        </p:blipFill>
        <p:spPr>
          <a:xfrm>
            <a:off x="4415125" y="1471950"/>
            <a:ext cx="4059434" cy="2946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6"/>
          <p:cNvSpPr txBox="1"/>
          <p:nvPr>
            <p:ph idx="4294967295" type="title"/>
          </p:nvPr>
        </p:nvSpPr>
        <p:spPr>
          <a:xfrm>
            <a:off x="669221" y="195950"/>
            <a:ext cx="42540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i="0" lang="en" sz="2400" u="none" cap="none" strike="noStrike">
                <a:solidFill>
                  <a:schemeClr val="accent1"/>
                </a:solidFill>
                <a:latin typeface="Average"/>
                <a:ea typeface="Average"/>
                <a:cs typeface="Average"/>
                <a:sym typeface="Average"/>
              </a:rPr>
              <a:t>Anatomy of the </a:t>
            </a:r>
            <a:r>
              <a:rPr b="1" lang="en" sz="2400">
                <a:latin typeface="Average"/>
                <a:ea typeface="Average"/>
                <a:cs typeface="Average"/>
                <a:sym typeface="Average"/>
              </a:rPr>
              <a:t>Inner Ear</a:t>
            </a:r>
            <a:endParaRPr sz="2400"/>
          </a:p>
        </p:txBody>
      </p:sp>
      <p:sp>
        <p:nvSpPr>
          <p:cNvPr id="420" name="Google Shape;420;p36"/>
          <p:cNvSpPr txBox="1"/>
          <p:nvPr/>
        </p:nvSpPr>
        <p:spPr>
          <a:xfrm>
            <a:off x="508750" y="757225"/>
            <a:ext cx="8156100" cy="1372500"/>
          </a:xfrm>
          <a:prstGeom prst="rect">
            <a:avLst/>
          </a:prstGeom>
          <a:noFill/>
          <a:ln>
            <a:noFill/>
          </a:ln>
        </p:spPr>
        <p:txBody>
          <a:bodyPr anchorCtr="0" anchor="ctr" bIns="91425" lIns="91425" spcFirstLastPara="1" rIns="91425" wrap="square" tIns="91425">
            <a:noAutofit/>
          </a:bodyPr>
          <a:lstStyle/>
          <a:p>
            <a:pPr indent="-304800" lvl="0" marL="457200" marR="0" rtl="0" algn="l">
              <a:lnSpc>
                <a:spcPct val="100000"/>
              </a:lnSpc>
              <a:spcBef>
                <a:spcPts val="1480"/>
              </a:spcBef>
              <a:spcAft>
                <a:spcPts val="0"/>
              </a:spcAft>
              <a:buClr>
                <a:schemeClr val="dk1"/>
              </a:buClr>
              <a:buSzPts val="1200"/>
              <a:buFont typeface="Average"/>
              <a:buChar char="➢"/>
            </a:pPr>
            <a:r>
              <a:rPr b="0" i="0" lang="en" sz="1200" u="none" cap="none" strike="noStrike">
                <a:solidFill>
                  <a:schemeClr val="dk1"/>
                </a:solidFill>
                <a:latin typeface="Average"/>
                <a:ea typeface="Average"/>
                <a:cs typeface="Average"/>
                <a:sym typeface="Average"/>
              </a:rPr>
              <a:t>Changes in pressure stimulate the movement of hair cells (collectively known as the </a:t>
            </a:r>
            <a:r>
              <a:rPr b="1" i="1" lang="en" sz="1200">
                <a:solidFill>
                  <a:schemeClr val="dk1"/>
                </a:solidFill>
                <a:latin typeface="Average"/>
                <a:ea typeface="Average"/>
                <a:cs typeface="Average"/>
                <a:sym typeface="Average"/>
              </a:rPr>
              <a:t>organ of Corti</a:t>
            </a:r>
            <a:r>
              <a:rPr lang="en" sz="1200">
                <a:solidFill>
                  <a:schemeClr val="dk1"/>
                </a:solidFill>
                <a:latin typeface="Average"/>
                <a:ea typeface="Average"/>
                <a:cs typeface="Average"/>
                <a:sym typeface="Average"/>
              </a:rPr>
              <a:t>) </a:t>
            </a:r>
            <a:r>
              <a:rPr b="0" i="0" lang="en" sz="1200" u="none" cap="none" strike="noStrike">
                <a:solidFill>
                  <a:schemeClr val="dk1"/>
                </a:solidFill>
                <a:latin typeface="Average"/>
                <a:ea typeface="Average"/>
                <a:cs typeface="Average"/>
                <a:sym typeface="Average"/>
              </a:rPr>
              <a:t>within the coiled</a:t>
            </a:r>
            <a:r>
              <a:rPr b="1" i="0" lang="en" sz="1200" u="none" cap="none" strike="noStrike">
                <a:solidFill>
                  <a:schemeClr val="dk1"/>
                </a:solidFill>
                <a:latin typeface="Average"/>
                <a:ea typeface="Average"/>
                <a:cs typeface="Average"/>
                <a:sym typeface="Average"/>
              </a:rPr>
              <a:t> </a:t>
            </a:r>
            <a:r>
              <a:rPr b="1" i="1" lang="en" sz="1200" u="none" cap="none" strike="noStrike">
                <a:solidFill>
                  <a:schemeClr val="dk1"/>
                </a:solidFill>
                <a:latin typeface="Average"/>
                <a:ea typeface="Average"/>
                <a:cs typeface="Average"/>
                <a:sym typeface="Average"/>
              </a:rPr>
              <a:t>cochlea</a:t>
            </a:r>
            <a:r>
              <a:rPr b="0" i="0" lang="en" sz="1200" u="none" cap="none" strike="noStrike">
                <a:solidFill>
                  <a:schemeClr val="dk1"/>
                </a:solidFill>
                <a:latin typeface="Average"/>
                <a:ea typeface="Average"/>
                <a:cs typeface="Average"/>
                <a:sym typeface="Average"/>
              </a:rPr>
              <a:t>, generating an action potential within the </a:t>
            </a:r>
            <a:r>
              <a:rPr b="1" i="1" lang="en" sz="1200" u="none" cap="none" strike="noStrike">
                <a:solidFill>
                  <a:schemeClr val="dk1"/>
                </a:solidFill>
                <a:latin typeface="Average"/>
                <a:ea typeface="Average"/>
                <a:cs typeface="Average"/>
                <a:sym typeface="Average"/>
              </a:rPr>
              <a:t>auditory nerve. </a:t>
            </a:r>
            <a:endParaRPr sz="1200" u="none" cap="none" strike="noStrike">
              <a:solidFill>
                <a:schemeClr val="dk1"/>
              </a:solidFill>
              <a:latin typeface="Average"/>
              <a:ea typeface="Average"/>
              <a:cs typeface="Average"/>
              <a:sym typeface="Average"/>
            </a:endParaRPr>
          </a:p>
          <a:p>
            <a:pPr indent="-3048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This action potential is carried to the temporal lobes by the auditory nerve, where sound information is processed and interpreted. </a:t>
            </a:r>
            <a:endParaRPr sz="1200"/>
          </a:p>
        </p:txBody>
      </p:sp>
      <p:sp>
        <p:nvSpPr>
          <p:cNvPr id="421" name="Google Shape;421;p36"/>
          <p:cNvSpPr/>
          <p:nvPr/>
        </p:nvSpPr>
        <p:spPr>
          <a:xfrm>
            <a:off x="4925350" y="3650975"/>
            <a:ext cx="367500" cy="298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2" name="Google Shape;422;p36"/>
          <p:cNvPicPr preferRelativeResize="0"/>
          <p:nvPr/>
        </p:nvPicPr>
        <p:blipFill>
          <a:blip r:embed="rId3">
            <a:alphaModFix/>
          </a:blip>
          <a:stretch>
            <a:fillRect/>
          </a:stretch>
        </p:blipFill>
        <p:spPr>
          <a:xfrm>
            <a:off x="1158348" y="2129725"/>
            <a:ext cx="6770800" cy="2578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descr="As sound waves enter the ear, they travel through the outer ear, the external auditory canal, and strike the eardrum causing it to vibrate. The central part of the eardrum is connected to a small bone of the middle ear called the malleus (hammer). As the malleus vibrates, it transmits the sound vibrations to the other two small bones or ossicles of the middle ear, the incus and stapes.&#10;&#10;As the stapes moves, it pushes a structure called the oval window in and out. This action is passed onto the cochlea, which is a fluid-filled snail-like structure that contains the receptor organ for hearing.&#10;&#10;The cochlea contains the spiral organ of Corti, which is the receptor organ for hearing. It consists of tiny hair cells that translate the fluid vibration of sounds from its surrounding ducts into electrical impulses that are carried to the brain by sensory nerves.&#10;&#10;As the stapes rocks back and forth against the oval window, it transmits pressure waves of sound through the fluid of the cochlea, sending the organ of Corti in the cochlear duct into motion. The fibers near the cochlear apex resonate to lower frequency sound while fibers near the oval window respond to higher frequency sound.&#10;&#10;Sound funnels into the ear canal and causes the eardrum to move. The eardrum vibrates with sound. Sound vibrations move through the ossicles to the cochlea. Sound vibrations cause the fluid in the cochlea to move. Fluid movement causes the hair cells to bend. Hair cells create neural signals which are picked up by the auditory nerve. Hair cells at one end of the cochlea send low pitch sound information and hair cells at the other end send high pitch sound information. The auditory nerve sends signals to the brain where they are interpreted as sounds. The outer ear collects sound waves moving through the air and directs them to the eardrum. The eardrum vibrates with sound. Sound vibrations move from the eardrum through the ossicles (bones in the middle ear) to the cochlea.&#10;&#10;Hearing, or auditory perception, is the ability to perceive sound by detecting vibrations, changes in the pressure of the surrounding medium through time, through an organ such as the ear. Hearing mechanism. There are three main components of the human ear: the outer ear, the middle ear, and the inner ear. &#10;&#10;The outer ear includes the pinna, the visible part of the ear, as well as the ear canal which terminates at the eardrum, also called the tympanic membrane. The pinna serves to focus sound waves through the ear canal toward the eardrum. Because of the asymmetrical character of the outer ear of most mammals, sound is filtered differently on its way into the ear depending on what vertical location it is coming from. This gives these animals the ability to localize sound vertically. The eardrum is an airtight membrane, and when sound waves arrive there, they cause it to vibrate following the waveform of the sound. The middle ear consists of a small air-filled chamber that is located medial to the eardrum. Within this chamber are the three smallest bones in the body, known collectively as the ossicles which include the malleus, incus and stapes (sometimes referred to colloquially as the hammer, anvil and stirrup respectively). They aid in the transmission of the vibrations from the eardrum to the inner ear. &#10;&#10;The purpose of the middle ear ossicles is to overcome the impedance mismatch between air and water, by providing impedance matching. Also located in the middle ear are the stapedius and tensor tympani muscles which protect the hearing mechanism through a stiffening reflex. The stapes transmits sound waves to the inner ear through the oval window, a flexible membrane separating the air-filled middle ear from the fluid-filled inner ear. The round window, another flexible membrane, allows for the smooth displacement of the inner ear fluid caused by the entering sound waves. &#10;&#10;The inner ear consists of the cochlea, which is a spiral-shaped, fluid-filled tube. It is divided lengthwise by the organ of Corti, which is the main organ of mechanical to neural transduction. Inside the organ of Corti is the basilar membrane, a structure that vibrates when waves from the middle ear propagate through the cochlear fluid – endolymph. The basilar membrane is tonotopic, so that each frequency has a characteristic place of resonance along it. Characteristic frequencies are high at the basal entrance to the cochlea, and low at the apex. Basilar membrane motion causes depolarization of the hair cells, specialized auditory receptors located within the organ of Corti. &#10;&#10;While the hair cells do not produce action potentials themselves, they release neurotransmitter at synapses with the fibers of the auditory nerve, which does produce action potentials. In this way, the patterns of oscillations on the basilar membrane are converted to spatiotemporal patterns of firings which transmit information about the sound to the brainstem." id="427" name="Google Shape;427;p37" title="How Hearing Works Video - Process of Hearing Animation. Function &amp; Parts of Human Ear. Sound Pathway">
            <a:hlinkClick r:id="rId3"/>
          </p:cNvPr>
          <p:cNvPicPr preferRelativeResize="0"/>
          <p:nvPr/>
        </p:nvPicPr>
        <p:blipFill>
          <a:blip r:embed="rId4">
            <a:alphaModFix/>
          </a:blip>
          <a:stretch>
            <a:fillRect/>
          </a:stretch>
        </p:blipFill>
        <p:spPr>
          <a:xfrm>
            <a:off x="860937" y="3002097"/>
            <a:ext cx="3048000" cy="1714500"/>
          </a:xfrm>
          <a:prstGeom prst="rect">
            <a:avLst/>
          </a:prstGeom>
          <a:noFill/>
          <a:ln>
            <a:noFill/>
          </a:ln>
        </p:spPr>
      </p:pic>
      <p:pic>
        <p:nvPicPr>
          <p:cNvPr descr="Check out our Patreon page: https://www.patreon.com/teded&#10;&#10;View full lesson: https://ed.ted.com/lessons/the-science-of-hearing-douglas-l-oliver&#10;&#10;The ability to recognize sounds and identify their location is possible thanks to the auditory system. That’s comprised of two main parts: the ear, and the brain. The ear’s task is to convert sound energy into neural signals; the brain’s is to receive and process the information those signals contain. To understand how that works, Douglas L. Oliver follows a sound on its journey into the ear.&#10;&#10;Lesson by Douglas L. Oliver, animation by Cabong Studios.&#10;&#10;Thank you so much to our patrons for your support! Without you this video would not be possible! Irindany Sandoval, William Bravante, Elizabeth Parker, Sai Krishna Koyoda, Therapist Gus, Samuel Barbas, Betsy Feathers, Maxwell Ingram, Ajinkya Deshmukh, Victoria Soler-Roig, Abdulmateen Aderinto, Pavel Maksimov, Barbara Younker, Cyrus Garay, Yvette Mocete, Mike Azarkman, Valeria Sloan Vasquez, Patricia Alves Panagides, William Biersdorf, Michael Aquilina, Vinamr L. Sachdeva, FireWolfLasers, Kshitij Shah, Mohammad Said, Teach Me Diné - Navajo Language, Victoria Veretilo, Rebecca Reineke, Felipe Hoff, Kyanta Yap, Brandon Thomas, Lewis Westbury, Ojas Kapoor, Johnny Gutierrez, Mirzat Turap, Jaime Arriola, Emilia Alvarado, Javid Gozalov, 真佑 劉, Ethan , Philipp Hiestand, Paul Beard, Deepak Iyer, Markus Goldhacker, Mihai Sandu, Keven Webb, Hendrik Mueller, Maurice Castonguay, Kristiyan Bonev, Maryam Dadkhah, and Joshua Wasniewski." id="428" name="Google Shape;428;p37" title="The science of hearing - Douglas L. Oliver">
            <a:hlinkClick r:id="rId5"/>
          </p:cNvPr>
          <p:cNvPicPr preferRelativeResize="0"/>
          <p:nvPr/>
        </p:nvPicPr>
        <p:blipFill>
          <a:blip r:embed="rId6">
            <a:alphaModFix/>
          </a:blip>
          <a:stretch>
            <a:fillRect/>
          </a:stretch>
        </p:blipFill>
        <p:spPr>
          <a:xfrm>
            <a:off x="5105150" y="3002100"/>
            <a:ext cx="3048000" cy="1714500"/>
          </a:xfrm>
          <a:prstGeom prst="rect">
            <a:avLst/>
          </a:prstGeom>
          <a:noFill/>
          <a:ln>
            <a:noFill/>
          </a:ln>
        </p:spPr>
      </p:pic>
      <p:sp>
        <p:nvSpPr>
          <p:cNvPr id="429" name="Google Shape;429;p37"/>
          <p:cNvSpPr txBox="1"/>
          <p:nvPr>
            <p:ph idx="4294967295" type="title"/>
          </p:nvPr>
        </p:nvSpPr>
        <p:spPr>
          <a:xfrm>
            <a:off x="690596" y="441200"/>
            <a:ext cx="42540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2400">
                <a:latin typeface="Average"/>
                <a:ea typeface="Average"/>
                <a:cs typeface="Average"/>
                <a:sym typeface="Average"/>
              </a:rPr>
              <a:t>Hearing and Sound Perception</a:t>
            </a:r>
            <a:endParaRPr sz="2400"/>
          </a:p>
        </p:txBody>
      </p:sp>
      <p:pic>
        <p:nvPicPr>
          <p:cNvPr descr="Let's explore how human ears work. &#10;More free lessons &amp; practice on this chapter-https://www.khanacademy.org/science/in-in-class9th-physics-india/in-in-sound-india&#10;&#10;Khan Academy is a nonprofit organisation with the mission of providing a free, world-class education for anyone, anywhere. We offer quizzes, questions, instructional videos, and articles on a range of academic subjects, including math, biology, chemistry, physics, history, economics, finance, grammar, preschool learning, and more. We provide teachers with tools and data so they can help their students develop the skills, habits, and mindsets for success in school and beyond. Khan Academy has been translated into dozens of languages, and 15 million people around the globe learn on Khan Academy every month. As a 501(c)(3) nonprofit organisation, we would love your help!&#10;&#10;Created by Mahesh Shenoy" id="430" name="Google Shape;430;p37" title="Human ear - structure &amp; working | Sound | Physics | Khan Academy">
            <a:hlinkClick r:id="rId7"/>
          </p:cNvPr>
          <p:cNvPicPr preferRelativeResize="0"/>
          <p:nvPr/>
        </p:nvPicPr>
        <p:blipFill>
          <a:blip r:embed="rId8">
            <a:alphaModFix/>
          </a:blip>
          <a:stretch>
            <a:fillRect/>
          </a:stretch>
        </p:blipFill>
        <p:spPr>
          <a:xfrm>
            <a:off x="3047996" y="12424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8"/>
          <p:cNvSpPr txBox="1"/>
          <p:nvPr>
            <p:ph idx="4294967295" type="title"/>
          </p:nvPr>
        </p:nvSpPr>
        <p:spPr>
          <a:xfrm>
            <a:off x="669229" y="195950"/>
            <a:ext cx="8131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2400">
                <a:latin typeface="Average"/>
                <a:ea typeface="Average"/>
                <a:cs typeface="Average"/>
                <a:sym typeface="Average"/>
              </a:rPr>
              <a:t>Parts of the Ear not Involved with Hearing</a:t>
            </a:r>
            <a:endParaRPr sz="2400"/>
          </a:p>
        </p:txBody>
      </p:sp>
      <p:sp>
        <p:nvSpPr>
          <p:cNvPr id="436" name="Google Shape;436;p38"/>
          <p:cNvSpPr txBox="1"/>
          <p:nvPr/>
        </p:nvSpPr>
        <p:spPr>
          <a:xfrm>
            <a:off x="488900" y="501400"/>
            <a:ext cx="5648400" cy="3304200"/>
          </a:xfrm>
          <a:prstGeom prst="rect">
            <a:avLst/>
          </a:prstGeom>
          <a:noFill/>
          <a:ln>
            <a:noFill/>
          </a:ln>
        </p:spPr>
        <p:txBody>
          <a:bodyPr anchorCtr="0" anchor="ctr" bIns="91425" lIns="91425" spcFirstLastPara="1" rIns="91425" wrap="square" tIns="91425">
            <a:noAutofit/>
          </a:bodyPr>
          <a:lstStyle/>
          <a:p>
            <a:pPr indent="-3048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The </a:t>
            </a:r>
            <a:r>
              <a:rPr b="1" lang="en" sz="1200">
                <a:solidFill>
                  <a:schemeClr val="dk1"/>
                </a:solidFill>
                <a:latin typeface="Average"/>
                <a:ea typeface="Average"/>
                <a:cs typeface="Average"/>
                <a:sym typeface="Average"/>
              </a:rPr>
              <a:t>vestibular system</a:t>
            </a:r>
            <a:r>
              <a:rPr lang="en" sz="1200">
                <a:solidFill>
                  <a:schemeClr val="dk1"/>
                </a:solidFill>
                <a:latin typeface="Average"/>
                <a:ea typeface="Average"/>
                <a:cs typeface="Average"/>
                <a:sym typeface="Average"/>
              </a:rPr>
              <a:t> acts to provide a sense of </a:t>
            </a:r>
            <a:r>
              <a:rPr b="1" lang="en" sz="1200">
                <a:solidFill>
                  <a:schemeClr val="dk1"/>
                </a:solidFill>
                <a:latin typeface="Average"/>
                <a:ea typeface="Average"/>
                <a:cs typeface="Average"/>
                <a:sym typeface="Average"/>
              </a:rPr>
              <a:t>balance</a:t>
            </a:r>
            <a:r>
              <a:rPr lang="en" sz="1200">
                <a:solidFill>
                  <a:schemeClr val="dk1"/>
                </a:solidFill>
                <a:latin typeface="Average"/>
                <a:ea typeface="Average"/>
                <a:cs typeface="Average"/>
                <a:sym typeface="Average"/>
              </a:rPr>
              <a:t> and information about </a:t>
            </a:r>
            <a:r>
              <a:rPr b="1" lang="en" sz="1200">
                <a:solidFill>
                  <a:schemeClr val="dk1"/>
                </a:solidFill>
                <a:latin typeface="Average"/>
                <a:ea typeface="Average"/>
                <a:cs typeface="Average"/>
                <a:sym typeface="Average"/>
              </a:rPr>
              <a:t>body positioning</a:t>
            </a:r>
            <a:endParaRPr b="1" sz="1200">
              <a:solidFill>
                <a:schemeClr val="dk1"/>
              </a:solidFill>
              <a:latin typeface="Average"/>
              <a:ea typeface="Average"/>
              <a:cs typeface="Average"/>
              <a:sym typeface="Average"/>
            </a:endParaRPr>
          </a:p>
          <a:p>
            <a:pPr indent="-3048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Two main components:</a:t>
            </a:r>
            <a:endParaRPr sz="1200">
              <a:solidFill>
                <a:schemeClr val="dk1"/>
              </a:solidFill>
              <a:latin typeface="Average"/>
              <a:ea typeface="Average"/>
              <a:cs typeface="Average"/>
              <a:sym typeface="Average"/>
            </a:endParaRPr>
          </a:p>
          <a:p>
            <a:pPr indent="-304800" lvl="1" marL="914400" marR="0" rtl="0" algn="l">
              <a:lnSpc>
                <a:spcPct val="100000"/>
              </a:lnSpc>
              <a:spcBef>
                <a:spcPts val="1480"/>
              </a:spcBef>
              <a:spcAft>
                <a:spcPts val="0"/>
              </a:spcAft>
              <a:buClr>
                <a:schemeClr val="dk1"/>
              </a:buClr>
              <a:buSzPts val="1200"/>
              <a:buFont typeface="Average"/>
              <a:buChar char="○"/>
            </a:pPr>
            <a:r>
              <a:rPr b="1" lang="en" sz="1200">
                <a:solidFill>
                  <a:schemeClr val="dk1"/>
                </a:solidFill>
                <a:latin typeface="Average"/>
                <a:ea typeface="Average"/>
                <a:cs typeface="Average"/>
                <a:sym typeface="Average"/>
              </a:rPr>
              <a:t>Semicircular canals</a:t>
            </a:r>
            <a:r>
              <a:rPr lang="en" sz="1200">
                <a:solidFill>
                  <a:schemeClr val="dk1"/>
                </a:solidFill>
                <a:latin typeface="Average"/>
                <a:ea typeface="Average"/>
                <a:cs typeface="Average"/>
                <a:sym typeface="Average"/>
              </a:rPr>
              <a:t>: Three fluid filled canals in each of the three dimensions with hair cells that respond to movement → provides information about </a:t>
            </a:r>
            <a:r>
              <a:rPr b="1" lang="en" sz="1200">
                <a:solidFill>
                  <a:schemeClr val="dk1"/>
                </a:solidFill>
                <a:latin typeface="Average"/>
                <a:ea typeface="Average"/>
                <a:cs typeface="Average"/>
                <a:sym typeface="Average"/>
              </a:rPr>
              <a:t>head rotation and tilting (Rotational Equilibrium)</a:t>
            </a:r>
            <a:endParaRPr b="1" sz="1200">
              <a:solidFill>
                <a:schemeClr val="dk1"/>
              </a:solidFill>
              <a:latin typeface="Average"/>
              <a:ea typeface="Average"/>
              <a:cs typeface="Average"/>
              <a:sym typeface="Average"/>
            </a:endParaRPr>
          </a:p>
          <a:p>
            <a:pPr indent="-304800" lvl="1" marL="914400" marR="0" rtl="0" algn="l">
              <a:lnSpc>
                <a:spcPct val="100000"/>
              </a:lnSpc>
              <a:spcBef>
                <a:spcPts val="1480"/>
              </a:spcBef>
              <a:spcAft>
                <a:spcPts val="0"/>
              </a:spcAft>
              <a:buClr>
                <a:schemeClr val="dk1"/>
              </a:buClr>
              <a:buSzPts val="1200"/>
              <a:buFont typeface="Average"/>
              <a:buChar char="○"/>
            </a:pPr>
            <a:r>
              <a:rPr i="1" lang="en" sz="1200">
                <a:solidFill>
                  <a:schemeClr val="dk1"/>
                </a:solidFill>
                <a:latin typeface="Average"/>
                <a:ea typeface="Average"/>
                <a:cs typeface="Average"/>
                <a:sym typeface="Average"/>
              </a:rPr>
              <a:t>Extra: Utricle and Saccule: Provide information about body position and acceleration </a:t>
            </a:r>
            <a:endParaRPr i="1" sz="1200">
              <a:solidFill>
                <a:schemeClr val="dk1"/>
              </a:solidFill>
              <a:latin typeface="Average"/>
              <a:ea typeface="Average"/>
              <a:cs typeface="Average"/>
              <a:sym typeface="Average"/>
            </a:endParaRPr>
          </a:p>
        </p:txBody>
      </p:sp>
      <p:sp>
        <p:nvSpPr>
          <p:cNvPr id="437" name="Google Shape;437;p38"/>
          <p:cNvSpPr/>
          <p:nvPr/>
        </p:nvSpPr>
        <p:spPr>
          <a:xfrm>
            <a:off x="4925350" y="3650975"/>
            <a:ext cx="367500" cy="298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natomy and physiology (A&amp;P) of the vestibular system - the organ of equilibrium or balance. The 3 semicircular canals that sense rotational (angular) accelerations, and 2 otolith organs - saccule and utricle - that sense head positions and linear motions. &#10;&#10;This video is available for instant download licensing here: https://www.alilamedicalmedia.com/-/galleries/all-animations/ear-and-hearing-videos/-/medias/f4776d4c-5805-4181-8b05-748693775be0-the-vestibular-system-narrated-animation&#10;&#10;Purchase PDF (video text + images) here: https://www.alilamedicalmedia.com/-/galleries/pdf-video-scripts-with-images/nervous-system-pdfs/-/medias/089673fc-aae8-44ed-9ac3-f234494e723d-vestibular-system-3-pages-4-images&#10;&#10;©Alila Medical Media. All rights reserved. &#10;Voice by : Marty Henne&#10;Support us on Patreon and get early access to videos and free image downloads: patreon.com/AlilaMedicalMedia&#10;&#10;All images/videos by Alila Medical Media are for information purposes ONLY and are NOT intended to replace professional medical advice, diagnosis or treatment. Always seek the advice of a qualified healthcare provider with any questions you may have regarding a medical condition.&#10;&#10;The vestibular system is responsible for the body’s equilibrium, it maintains balance and provides awareness of the body’s spatial orientation. Vestibular sensory organs detect changes in the head’s positions and movements, and transmit this information to various regions of the brain. Projections to the brainstem trigger reflex pathways that lead to compensatory actions to maintain stability or re-establish equilibrium, while projections to the cortex provide perception of gravity and movement. &#10;Examples of vestibular reflex pathways include:&#10;- the vestibulo-ocular reflex that controls eye muscles to keep visual objects in focus while the head is moving. It does so by moving the eyes in the opposite direction as the head. &#10;- and the vestibulo-spinal reflex that senses a potential loss of balance and activates body muscles to keep the body from falling. &#10;The sensory part of the vestibular system is located in the inner ear on each side of the body. It consists of 3 semicircular canals that sense rotational movements, such as when the head is turning, and 2 otolithic organs that sense head positions, as well as straight line motions, such as when riding in a car or an elevator.&#10;The 3 semicircular canals, or ducts, are oriented approximately at a right angle to each other, each corresponding roughly to one of the 3 planes of motions: turning left and right, nodding up and down, and tilting to a side. They contain a fluid called endolymph. Each canal has an enlargement at one end called an ampulla. Within the ampulla, there are hair cells embedded in a gel-like structure named cupula that extends the entire height of the ampulla. &#10;When the head turns, the ducts that are located on the same plane of motion rotate, but the fluid lags behind because of inertia. This causes the fluid to briefly move in the opposite direction as the head, and either push or pull on the cupula, bending the cilia on the hair cells, and thus activating them to send nerve impulses to the brain. The direction of the bend determines if the signals generated are excitatory or inhibitory. Because the 2 sides of the head are mirror images, a head turn generates excitatory signals on one side, and inhibitory signals on the other. &#10;The 2 otolithic organs are 2 patches of hair cells oriented nearly perpendicular to each other: the saccule being vertical, and the utricle being horizontal. The cilia of these cells are embedded in a gel-like layer sprinkled with calcium carbonate crystals called otoconia, commonly known as “ear rocks”. The crystals add weight to the layer, pulling it down with gravity. &#10;When the head is in upright position, the gelatinous layer bears down evenly on the cells of the utricle, the cilia remain straight and no signals are generated. On the vertical saccule, however, the heavy gel is pulled down by gravity at one end, bending the cilia, generating nerve impulses. The reverse is true when the head is horizontal. Other head positions are determined by a combination of signals coming from both organs.&#10;Vestibular sensory organs detect not the motion itself, but changes in the rate of motion, specifically acceleration or deceleration. For example, when a person is sitting in a car that starts to move, the heavy gel-like layer of the utricle lags behind at first, bending the cilia back, activating the hair cells. The more sudden the car starts, the greater the stimulation. Once the car is in stable motion, the gel catches up with the rest of the tissue, and no activation results. Similar events occur in the saccule during an elevator ride up or down." id="438" name="Google Shape;438;p38" title="The Vestibular System, Animation">
            <a:hlinkClick r:id="rId3"/>
          </p:cNvPr>
          <p:cNvPicPr preferRelativeResize="0"/>
          <p:nvPr/>
        </p:nvPicPr>
        <p:blipFill>
          <a:blip r:embed="rId4">
            <a:alphaModFix/>
          </a:blip>
          <a:stretch>
            <a:fillRect/>
          </a:stretch>
        </p:blipFill>
        <p:spPr>
          <a:xfrm>
            <a:off x="3297300" y="3377799"/>
            <a:ext cx="2995925" cy="1685200"/>
          </a:xfrm>
          <a:prstGeom prst="rect">
            <a:avLst/>
          </a:prstGeom>
          <a:noFill/>
          <a:ln>
            <a:noFill/>
          </a:ln>
        </p:spPr>
      </p:pic>
      <p:pic>
        <p:nvPicPr>
          <p:cNvPr id="439" name="Google Shape;439;p38"/>
          <p:cNvPicPr preferRelativeResize="0"/>
          <p:nvPr/>
        </p:nvPicPr>
        <p:blipFill>
          <a:blip r:embed="rId5">
            <a:alphaModFix/>
          </a:blip>
          <a:stretch>
            <a:fillRect/>
          </a:stretch>
        </p:blipFill>
        <p:spPr>
          <a:xfrm>
            <a:off x="6350075" y="875200"/>
            <a:ext cx="2793923" cy="2793923"/>
          </a:xfrm>
          <a:prstGeom prst="rect">
            <a:avLst/>
          </a:prstGeom>
          <a:noFill/>
          <a:ln>
            <a:noFill/>
          </a:ln>
        </p:spPr>
      </p:pic>
      <p:pic>
        <p:nvPicPr>
          <p:cNvPr id="440" name="Google Shape;440;p38"/>
          <p:cNvPicPr preferRelativeResize="0"/>
          <p:nvPr/>
        </p:nvPicPr>
        <p:blipFill>
          <a:blip r:embed="rId6">
            <a:alphaModFix/>
          </a:blip>
          <a:stretch>
            <a:fillRect/>
          </a:stretch>
        </p:blipFill>
        <p:spPr>
          <a:xfrm>
            <a:off x="243651" y="3377790"/>
            <a:ext cx="2920625" cy="164285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9"/>
          <p:cNvSpPr txBox="1"/>
          <p:nvPr>
            <p:ph idx="4294967295" type="title"/>
          </p:nvPr>
        </p:nvSpPr>
        <p:spPr>
          <a:xfrm>
            <a:off x="586290" y="542147"/>
            <a:ext cx="7024799"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Extra: </a:t>
            </a:r>
            <a:r>
              <a:rPr b="1" i="0" lang="en" sz="3000" u="none" cap="none" strike="noStrike">
                <a:solidFill>
                  <a:schemeClr val="accent1"/>
                </a:solidFill>
                <a:latin typeface="Average"/>
                <a:ea typeface="Average"/>
                <a:cs typeface="Average"/>
                <a:sym typeface="Average"/>
              </a:rPr>
              <a:t>Balance Disorders</a:t>
            </a:r>
            <a:endParaRPr/>
          </a:p>
        </p:txBody>
      </p:sp>
      <p:sp>
        <p:nvSpPr>
          <p:cNvPr id="446" name="Google Shape;446;p39"/>
          <p:cNvSpPr txBox="1"/>
          <p:nvPr/>
        </p:nvSpPr>
        <p:spPr>
          <a:xfrm>
            <a:off x="598950" y="1475875"/>
            <a:ext cx="7678800" cy="40109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verage"/>
              <a:buNone/>
            </a:pPr>
            <a:r>
              <a:rPr b="0" i="0" lang="en" sz="1600" u="none" cap="none" strike="noStrike">
                <a:solidFill>
                  <a:schemeClr val="dk1"/>
                </a:solidFill>
                <a:latin typeface="Average"/>
                <a:ea typeface="Average"/>
                <a:cs typeface="Average"/>
                <a:sym typeface="Average"/>
              </a:rPr>
              <a:t>Balance disorders commonly result from damage to the semicircular canals, including...</a:t>
            </a:r>
            <a:endParaRPr/>
          </a:p>
          <a:p>
            <a:pPr indent="0" lvl="0" marL="0" marR="0" rtl="0" algn="l">
              <a:lnSpc>
                <a:spcPct val="100000"/>
              </a:lnSpc>
              <a:spcBef>
                <a:spcPts val="1480"/>
              </a:spcBef>
              <a:spcAft>
                <a:spcPts val="0"/>
              </a:spcAft>
              <a:buClr>
                <a:srgbClr val="000000"/>
              </a:buClr>
              <a:buSzPts val="1200"/>
              <a:buFont typeface="Arial"/>
              <a:buNone/>
            </a:pPr>
            <a:r>
              <a:t/>
            </a:r>
            <a:endParaRPr b="0" i="0" sz="1200" u="none" cap="none" strike="noStrike">
              <a:solidFill>
                <a:schemeClr val="dk1"/>
              </a:solidFill>
              <a:latin typeface="Average"/>
              <a:ea typeface="Average"/>
              <a:cs typeface="Average"/>
              <a:sym typeface="Average"/>
            </a:endParaRPr>
          </a:p>
        </p:txBody>
      </p:sp>
      <p:sp>
        <p:nvSpPr>
          <p:cNvPr id="447" name="Google Shape;447;p39"/>
          <p:cNvSpPr txBox="1"/>
          <p:nvPr/>
        </p:nvSpPr>
        <p:spPr>
          <a:xfrm>
            <a:off x="614375" y="1528025"/>
            <a:ext cx="3566699" cy="3000000"/>
          </a:xfrm>
          <a:prstGeom prst="rect">
            <a:avLst/>
          </a:prstGeom>
          <a:noFill/>
          <a:ln>
            <a:noFill/>
          </a:ln>
        </p:spPr>
        <p:txBody>
          <a:bodyPr anchorCtr="0" anchor="ctr"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leakage of inner ear fluid after head injury or dramatic changes in air pressure, causing dizziness and nausea</a:t>
            </a:r>
            <a:endParaRPr/>
          </a:p>
          <a:p>
            <a:pPr indent="-228600" lvl="0" marL="4572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failure of canals to flex properly in response to a change in head position, causing dizziness (vertigo) </a:t>
            </a:r>
            <a:endParaRPr/>
          </a:p>
          <a:p>
            <a:pPr indent="-228600" lvl="0" marL="457200" marR="0" rtl="0" algn="l">
              <a:lnSpc>
                <a:spcPct val="100000"/>
              </a:lnSpc>
              <a:spcBef>
                <a:spcPts val="480"/>
              </a:spcBef>
              <a:spcAft>
                <a:spcPts val="0"/>
              </a:spcAft>
              <a:buClr>
                <a:schemeClr val="dk1"/>
              </a:buClr>
              <a:buSzPts val="1400"/>
              <a:buFont typeface="Average"/>
              <a:buChar char="➢"/>
            </a:pPr>
            <a:r>
              <a:rPr b="0" i="0" lang="en" sz="1400" u="none" cap="none" strike="noStrike">
                <a:solidFill>
                  <a:schemeClr val="dk1"/>
                </a:solidFill>
                <a:latin typeface="Average"/>
                <a:ea typeface="Average"/>
                <a:cs typeface="Average"/>
                <a:sym typeface="Average"/>
              </a:rPr>
              <a:t>an increase in fluid volume, leading to a ringing or buzzing and a feeling of fullness in the ear</a:t>
            </a:r>
            <a:endParaRPr/>
          </a:p>
        </p:txBody>
      </p:sp>
      <p:pic>
        <p:nvPicPr>
          <p:cNvPr id="448" name="Google Shape;448;p39"/>
          <p:cNvPicPr preferRelativeResize="0"/>
          <p:nvPr/>
        </p:nvPicPr>
        <p:blipFill rotWithShape="1">
          <a:blip r:embed="rId3">
            <a:alphaModFix/>
          </a:blip>
          <a:srcRect b="0" l="0" r="0" t="0"/>
          <a:stretch/>
        </p:blipFill>
        <p:spPr>
          <a:xfrm>
            <a:off x="4518850" y="2011625"/>
            <a:ext cx="3600953" cy="2032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0"/>
          <p:cNvSpPr txBox="1"/>
          <p:nvPr>
            <p:ph idx="4294967295" type="title"/>
          </p:nvPr>
        </p:nvSpPr>
        <p:spPr>
          <a:xfrm>
            <a:off x="676029" y="379900"/>
            <a:ext cx="8131800"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2400">
                <a:latin typeface="Average"/>
                <a:ea typeface="Average"/>
                <a:cs typeface="Average"/>
                <a:sym typeface="Average"/>
              </a:rPr>
              <a:t>Parts of the Ear not Involved with Hearing</a:t>
            </a:r>
            <a:endParaRPr sz="2400"/>
          </a:p>
        </p:txBody>
      </p:sp>
      <p:sp>
        <p:nvSpPr>
          <p:cNvPr id="454" name="Google Shape;454;p40"/>
          <p:cNvSpPr txBox="1"/>
          <p:nvPr/>
        </p:nvSpPr>
        <p:spPr>
          <a:xfrm>
            <a:off x="488900" y="916975"/>
            <a:ext cx="4340400" cy="2111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1480"/>
              </a:spcBef>
              <a:spcAft>
                <a:spcPts val="0"/>
              </a:spcAft>
              <a:buNone/>
            </a:pPr>
            <a:r>
              <a:t/>
            </a:r>
            <a:endParaRPr sz="1000"/>
          </a:p>
          <a:p>
            <a:pPr indent="-304800" lvl="0" marL="457200" marR="0" rtl="0" algn="l">
              <a:lnSpc>
                <a:spcPct val="100000"/>
              </a:lnSpc>
              <a:spcBef>
                <a:spcPts val="1480"/>
              </a:spcBef>
              <a:spcAft>
                <a:spcPts val="0"/>
              </a:spcAft>
              <a:buClr>
                <a:schemeClr val="dk1"/>
              </a:buClr>
              <a:buSzPts val="1200"/>
              <a:buFont typeface="Average"/>
              <a:buChar char="➢"/>
            </a:pPr>
            <a:r>
              <a:rPr lang="en" sz="1200">
                <a:solidFill>
                  <a:schemeClr val="dk1"/>
                </a:solidFill>
                <a:latin typeface="Average"/>
                <a:ea typeface="Average"/>
                <a:cs typeface="Average"/>
                <a:sym typeface="Average"/>
              </a:rPr>
              <a:t>The</a:t>
            </a:r>
            <a:r>
              <a:rPr b="1" lang="en" sz="1200">
                <a:solidFill>
                  <a:schemeClr val="dk1"/>
                </a:solidFill>
                <a:latin typeface="Average"/>
                <a:ea typeface="Average"/>
                <a:cs typeface="Average"/>
                <a:sym typeface="Average"/>
              </a:rPr>
              <a:t> Eustachian tube </a:t>
            </a:r>
            <a:r>
              <a:rPr lang="en" sz="1200">
                <a:solidFill>
                  <a:schemeClr val="dk1"/>
                </a:solidFill>
                <a:latin typeface="Average"/>
                <a:ea typeface="Average"/>
                <a:cs typeface="Average"/>
                <a:sym typeface="Average"/>
              </a:rPr>
              <a:t>is an opening that connects the middle ear with the nasal cavity, and acts to equalize pressure in the middle ear. This is what is commonly fels as your ears popping</a:t>
            </a:r>
            <a:endParaRPr sz="1200">
              <a:solidFill>
                <a:schemeClr val="dk1"/>
              </a:solidFill>
              <a:latin typeface="Average"/>
              <a:ea typeface="Average"/>
              <a:cs typeface="Average"/>
              <a:sym typeface="Average"/>
            </a:endParaRPr>
          </a:p>
          <a:p>
            <a:pPr indent="0" lvl="0" marL="0" marR="0" rtl="0" algn="l">
              <a:lnSpc>
                <a:spcPct val="100000"/>
              </a:lnSpc>
              <a:spcBef>
                <a:spcPts val="1480"/>
              </a:spcBef>
              <a:spcAft>
                <a:spcPts val="0"/>
              </a:spcAft>
              <a:buNone/>
            </a:pPr>
            <a:r>
              <a:t/>
            </a:r>
            <a:endParaRPr i="1" sz="1200">
              <a:solidFill>
                <a:schemeClr val="dk1"/>
              </a:solidFill>
              <a:latin typeface="Average"/>
              <a:ea typeface="Average"/>
              <a:cs typeface="Average"/>
              <a:sym typeface="Average"/>
            </a:endParaRPr>
          </a:p>
        </p:txBody>
      </p:sp>
      <p:sp>
        <p:nvSpPr>
          <p:cNvPr id="455" name="Google Shape;455;p40"/>
          <p:cNvSpPr/>
          <p:nvPr/>
        </p:nvSpPr>
        <p:spPr>
          <a:xfrm>
            <a:off x="4925350" y="3650975"/>
            <a:ext cx="367500" cy="298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6" name="Google Shape;456;p40"/>
          <p:cNvPicPr preferRelativeResize="0"/>
          <p:nvPr/>
        </p:nvPicPr>
        <p:blipFill>
          <a:blip r:embed="rId3">
            <a:alphaModFix/>
          </a:blip>
          <a:stretch>
            <a:fillRect/>
          </a:stretch>
        </p:blipFill>
        <p:spPr>
          <a:xfrm>
            <a:off x="5232350" y="1493099"/>
            <a:ext cx="3196999" cy="2456375"/>
          </a:xfrm>
          <a:prstGeom prst="rect">
            <a:avLst/>
          </a:prstGeom>
          <a:noFill/>
          <a:ln>
            <a:noFill/>
          </a:ln>
        </p:spPr>
      </p:pic>
      <p:pic>
        <p:nvPicPr>
          <p:cNvPr id="457" name="Google Shape;457;p40"/>
          <p:cNvPicPr preferRelativeResize="0"/>
          <p:nvPr/>
        </p:nvPicPr>
        <p:blipFill>
          <a:blip r:embed="rId4">
            <a:alphaModFix/>
          </a:blip>
          <a:stretch>
            <a:fillRect/>
          </a:stretch>
        </p:blipFill>
        <p:spPr>
          <a:xfrm>
            <a:off x="976725" y="2840450"/>
            <a:ext cx="3472115" cy="18100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1"/>
          <p:cNvSpPr txBox="1"/>
          <p:nvPr>
            <p:ph idx="4294967295" type="title"/>
          </p:nvPr>
        </p:nvSpPr>
        <p:spPr>
          <a:xfrm>
            <a:off x="586290" y="389747"/>
            <a:ext cx="7024799" cy="85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3000"/>
              <a:buFont typeface="Verdana"/>
              <a:buNone/>
            </a:pPr>
            <a:r>
              <a:rPr b="1" lang="en" sz="3000">
                <a:latin typeface="Average"/>
                <a:ea typeface="Average"/>
                <a:cs typeface="Average"/>
                <a:sym typeface="Average"/>
              </a:rPr>
              <a:t>Extra: </a:t>
            </a:r>
            <a:r>
              <a:rPr b="1" i="0" lang="en" sz="3000" u="none" cap="none" strike="noStrike">
                <a:solidFill>
                  <a:schemeClr val="accent1"/>
                </a:solidFill>
                <a:latin typeface="Average"/>
                <a:ea typeface="Average"/>
                <a:cs typeface="Average"/>
                <a:sym typeface="Average"/>
              </a:rPr>
              <a:t>Hearing Loss</a:t>
            </a:r>
            <a:endParaRPr/>
          </a:p>
        </p:txBody>
      </p:sp>
      <p:sp>
        <p:nvSpPr>
          <p:cNvPr id="463" name="Google Shape;463;p41"/>
          <p:cNvSpPr txBox="1"/>
          <p:nvPr/>
        </p:nvSpPr>
        <p:spPr>
          <a:xfrm>
            <a:off x="582925" y="1323475"/>
            <a:ext cx="5478900" cy="401099"/>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600"/>
              <a:buFont typeface="Average"/>
              <a:buNone/>
            </a:pPr>
            <a:r>
              <a:rPr b="0" i="0" lang="en" sz="1600" u="none" cap="none" strike="noStrike">
                <a:solidFill>
                  <a:schemeClr val="dk1"/>
                </a:solidFill>
                <a:latin typeface="Average"/>
                <a:ea typeface="Average"/>
                <a:cs typeface="Average"/>
                <a:sym typeface="Average"/>
              </a:rPr>
              <a:t>Hearing loss may be caused by a number of factors, including:</a:t>
            </a:r>
            <a:endParaRPr/>
          </a:p>
          <a:p>
            <a:pPr indent="0" lvl="0" marL="0" marR="0" rtl="0" algn="l">
              <a:lnSpc>
                <a:spcPct val="100000"/>
              </a:lnSpc>
              <a:spcBef>
                <a:spcPts val="1480"/>
              </a:spcBef>
              <a:spcAft>
                <a:spcPts val="0"/>
              </a:spcAft>
              <a:buClr>
                <a:srgbClr val="000000"/>
              </a:buClr>
              <a:buSzPts val="1200"/>
              <a:buFont typeface="Arial"/>
              <a:buNone/>
            </a:pPr>
            <a:r>
              <a:t/>
            </a:r>
            <a:endParaRPr b="0" i="0" sz="1200" u="none" cap="none" strike="noStrike">
              <a:solidFill>
                <a:schemeClr val="dk1"/>
              </a:solidFill>
              <a:latin typeface="Average"/>
              <a:ea typeface="Average"/>
              <a:cs typeface="Average"/>
              <a:sym typeface="Average"/>
            </a:endParaRPr>
          </a:p>
        </p:txBody>
      </p:sp>
      <p:pic>
        <p:nvPicPr>
          <p:cNvPr id="464" name="Google Shape;464;p41"/>
          <p:cNvPicPr preferRelativeResize="0"/>
          <p:nvPr/>
        </p:nvPicPr>
        <p:blipFill rotWithShape="1">
          <a:blip r:embed="rId3">
            <a:alphaModFix/>
          </a:blip>
          <a:srcRect b="0" l="0" r="0" t="0"/>
          <a:stretch/>
        </p:blipFill>
        <p:spPr>
          <a:xfrm>
            <a:off x="5296925" y="2040712"/>
            <a:ext cx="2705100" cy="1685925"/>
          </a:xfrm>
          <a:prstGeom prst="rect">
            <a:avLst/>
          </a:prstGeom>
          <a:noFill/>
          <a:ln>
            <a:noFill/>
          </a:ln>
        </p:spPr>
      </p:pic>
      <p:sp>
        <p:nvSpPr>
          <p:cNvPr id="465" name="Google Shape;465;p41"/>
          <p:cNvSpPr txBox="1"/>
          <p:nvPr/>
        </p:nvSpPr>
        <p:spPr>
          <a:xfrm>
            <a:off x="614375" y="1528025"/>
            <a:ext cx="4296599" cy="3000000"/>
          </a:xfrm>
          <a:prstGeom prst="rect">
            <a:avLst/>
          </a:prstGeom>
          <a:noFill/>
          <a:ln>
            <a:noFill/>
          </a:ln>
        </p:spPr>
        <p:txBody>
          <a:bodyPr anchorCtr="0" anchor="ctr"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400"/>
              <a:buFont typeface="Average"/>
              <a:buChar char="➢"/>
            </a:pPr>
            <a:r>
              <a:rPr b="1" i="0" lang="en" sz="1400" u="none" cap="none" strike="noStrike">
                <a:solidFill>
                  <a:schemeClr val="dk1"/>
                </a:solidFill>
                <a:latin typeface="Average"/>
                <a:ea typeface="Average"/>
                <a:cs typeface="Average"/>
                <a:sym typeface="Average"/>
              </a:rPr>
              <a:t>Birth defects </a:t>
            </a:r>
            <a:endParaRPr/>
          </a:p>
          <a:p>
            <a:pPr indent="0" lvl="0" marL="0" marR="0" rtl="0" algn="l">
              <a:lnSpc>
                <a:spcPct val="100000"/>
              </a:lnSpc>
              <a:spcBef>
                <a:spcPts val="0"/>
              </a:spcBef>
              <a:spcAft>
                <a:spcPts val="0"/>
              </a:spcAft>
              <a:buClr>
                <a:schemeClr val="dk1"/>
              </a:buClr>
              <a:buSzPts val="1200"/>
              <a:buFont typeface="Average"/>
              <a:buNone/>
            </a:pPr>
            <a:r>
              <a:rPr b="0" i="0" lang="en" sz="1200" u="none" cap="none" strike="noStrike">
                <a:solidFill>
                  <a:schemeClr val="dk1"/>
                </a:solidFill>
                <a:latin typeface="Average"/>
                <a:ea typeface="Average"/>
                <a:cs typeface="Average"/>
                <a:sym typeface="Average"/>
              </a:rPr>
              <a:t>	Improper development of any of the organs required for </a:t>
            </a:r>
            <a:endParaRPr/>
          </a:p>
          <a:p>
            <a:pPr indent="0" lvl="0" marL="457200" marR="0" rtl="0" algn="l">
              <a:lnSpc>
                <a:spcPct val="100000"/>
              </a:lnSpc>
              <a:spcBef>
                <a:spcPts val="0"/>
              </a:spcBef>
              <a:spcAft>
                <a:spcPts val="0"/>
              </a:spcAft>
              <a:buClr>
                <a:schemeClr val="dk1"/>
              </a:buClr>
              <a:buSzPts val="1200"/>
              <a:buFont typeface="Average"/>
              <a:buNone/>
            </a:pPr>
            <a:r>
              <a:rPr b="0" i="0" lang="en" sz="1200" u="none" cap="none" strike="noStrike">
                <a:solidFill>
                  <a:schemeClr val="dk1"/>
                </a:solidFill>
                <a:latin typeface="Average"/>
                <a:ea typeface="Average"/>
                <a:cs typeface="Average"/>
                <a:sym typeface="Average"/>
              </a:rPr>
              <a:t>hearing can lead to deafness; often hereditary, but can sometimes be treated with cochlear implants</a:t>
            </a:r>
            <a:endParaRPr/>
          </a:p>
          <a:p>
            <a:pPr indent="0" lvl="0" marL="0" marR="0" rtl="0" algn="l">
              <a:lnSpc>
                <a:spcPct val="100000"/>
              </a:lnSpc>
              <a:spcBef>
                <a:spcPts val="480"/>
              </a:spcBef>
              <a:spcAft>
                <a:spcPts val="0"/>
              </a:spcAft>
              <a:buClr>
                <a:srgbClr val="000000"/>
              </a:buClr>
              <a:buSzPts val="600"/>
              <a:buFont typeface="Arial"/>
              <a:buNone/>
            </a:pPr>
            <a:r>
              <a:t/>
            </a:r>
            <a:endParaRPr b="0" i="0" sz="600" u="none" cap="none" strike="noStrike">
              <a:solidFill>
                <a:schemeClr val="dk1"/>
              </a:solidFill>
              <a:latin typeface="Average"/>
              <a:ea typeface="Average"/>
              <a:cs typeface="Average"/>
              <a:sym typeface="Average"/>
            </a:endParaRPr>
          </a:p>
          <a:p>
            <a:pPr indent="-228600" lvl="0" marL="457200" marR="0" rtl="0" algn="l">
              <a:lnSpc>
                <a:spcPct val="100000"/>
              </a:lnSpc>
              <a:spcBef>
                <a:spcPts val="480"/>
              </a:spcBef>
              <a:spcAft>
                <a:spcPts val="0"/>
              </a:spcAft>
              <a:buClr>
                <a:schemeClr val="dk1"/>
              </a:buClr>
              <a:buSzPts val="1400"/>
              <a:buFont typeface="Average"/>
              <a:buChar char="➢"/>
            </a:pPr>
            <a:r>
              <a:rPr b="1" i="0" lang="en" sz="1400" u="none" cap="none" strike="noStrike">
                <a:solidFill>
                  <a:schemeClr val="dk1"/>
                </a:solidFill>
                <a:latin typeface="Average"/>
                <a:ea typeface="Average"/>
                <a:cs typeface="Average"/>
                <a:sym typeface="Average"/>
              </a:rPr>
              <a:t>Ear infections</a:t>
            </a:r>
            <a:endParaRPr/>
          </a:p>
          <a:p>
            <a:pPr indent="0" lvl="0" marL="0" marR="0" rtl="0" algn="l">
              <a:lnSpc>
                <a:spcPct val="100000"/>
              </a:lnSpc>
              <a:spcBef>
                <a:spcPts val="0"/>
              </a:spcBef>
              <a:spcAft>
                <a:spcPts val="0"/>
              </a:spcAft>
              <a:buClr>
                <a:schemeClr val="dk1"/>
              </a:buClr>
              <a:buSzPts val="1200"/>
              <a:buFont typeface="Average"/>
              <a:buNone/>
            </a:pPr>
            <a:r>
              <a:rPr b="0" i="0" lang="en" sz="1200" u="none" cap="none" strike="noStrike">
                <a:solidFill>
                  <a:schemeClr val="dk1"/>
                </a:solidFill>
                <a:latin typeface="Average"/>
                <a:ea typeface="Average"/>
                <a:cs typeface="Average"/>
                <a:sym typeface="Average"/>
              </a:rPr>
              <a:t>	Swelling of the middle ear can prevent sound waves from </a:t>
            </a:r>
            <a:endParaRPr/>
          </a:p>
          <a:p>
            <a:pPr indent="0" lvl="0" marL="457200" marR="0" rtl="0" algn="l">
              <a:lnSpc>
                <a:spcPct val="100000"/>
              </a:lnSpc>
              <a:spcBef>
                <a:spcPts val="0"/>
              </a:spcBef>
              <a:spcAft>
                <a:spcPts val="0"/>
              </a:spcAft>
              <a:buClr>
                <a:schemeClr val="dk1"/>
              </a:buClr>
              <a:buSzPts val="1200"/>
              <a:buFont typeface="Average"/>
              <a:buNone/>
            </a:pPr>
            <a:r>
              <a:rPr b="0" i="0" lang="en" sz="1200" u="none" cap="none" strike="noStrike">
                <a:solidFill>
                  <a:schemeClr val="dk1"/>
                </a:solidFill>
                <a:latin typeface="Average"/>
                <a:ea typeface="Average"/>
                <a:cs typeface="Average"/>
                <a:sym typeface="Average"/>
              </a:rPr>
              <a:t>reaching the cochlea; in some cases, structures of the middle ear can become permanently damaged</a:t>
            </a:r>
            <a:endParaRPr/>
          </a:p>
          <a:p>
            <a:pPr indent="0" lvl="0" marL="0" marR="0" rtl="0" algn="l">
              <a:lnSpc>
                <a:spcPct val="100000"/>
              </a:lnSpc>
              <a:spcBef>
                <a:spcPts val="480"/>
              </a:spcBef>
              <a:spcAft>
                <a:spcPts val="0"/>
              </a:spcAft>
              <a:buClr>
                <a:srgbClr val="000000"/>
              </a:buClr>
              <a:buSzPts val="600"/>
              <a:buFont typeface="Arial"/>
              <a:buNone/>
            </a:pPr>
            <a:r>
              <a:t/>
            </a:r>
            <a:endParaRPr b="0" i="0" sz="600" u="none" cap="none" strike="noStrike">
              <a:solidFill>
                <a:schemeClr val="dk1"/>
              </a:solidFill>
              <a:latin typeface="Average"/>
              <a:ea typeface="Average"/>
              <a:cs typeface="Average"/>
              <a:sym typeface="Average"/>
            </a:endParaRPr>
          </a:p>
          <a:p>
            <a:pPr indent="-228600" lvl="0" marL="457200" marR="0" rtl="0" algn="l">
              <a:lnSpc>
                <a:spcPct val="100000"/>
              </a:lnSpc>
              <a:spcBef>
                <a:spcPts val="480"/>
              </a:spcBef>
              <a:spcAft>
                <a:spcPts val="0"/>
              </a:spcAft>
              <a:buClr>
                <a:schemeClr val="dk1"/>
              </a:buClr>
              <a:buSzPts val="1400"/>
              <a:buFont typeface="Average"/>
              <a:buChar char="➢"/>
            </a:pPr>
            <a:r>
              <a:rPr b="1" i="0" lang="en" sz="1400" u="none" cap="none" strike="noStrike">
                <a:solidFill>
                  <a:schemeClr val="dk1"/>
                </a:solidFill>
                <a:latin typeface="Average"/>
                <a:ea typeface="Average"/>
                <a:cs typeface="Average"/>
                <a:sym typeface="Average"/>
              </a:rPr>
              <a:t>Noise</a:t>
            </a:r>
            <a:endParaRPr/>
          </a:p>
          <a:p>
            <a:pPr indent="0" lvl="0" marL="0" marR="0" rtl="0" algn="l">
              <a:lnSpc>
                <a:spcPct val="100000"/>
              </a:lnSpc>
              <a:spcBef>
                <a:spcPts val="0"/>
              </a:spcBef>
              <a:spcAft>
                <a:spcPts val="0"/>
              </a:spcAft>
              <a:buClr>
                <a:schemeClr val="dk1"/>
              </a:buClr>
              <a:buSzPts val="1200"/>
              <a:buFont typeface="Average"/>
              <a:buNone/>
            </a:pPr>
            <a:r>
              <a:rPr b="0" i="0" lang="en" sz="1200" u="none" cap="none" strike="noStrike">
                <a:solidFill>
                  <a:schemeClr val="dk1"/>
                </a:solidFill>
                <a:latin typeface="Average"/>
                <a:ea typeface="Average"/>
                <a:cs typeface="Average"/>
                <a:sym typeface="Average"/>
              </a:rPr>
              <a:t>	Loud noises can damage hair cells within the cochlea or </a:t>
            </a:r>
            <a:endParaRPr/>
          </a:p>
          <a:p>
            <a:pPr indent="457200" lvl="0" marL="0" marR="0" rtl="0" algn="l">
              <a:lnSpc>
                <a:spcPct val="100000"/>
              </a:lnSpc>
              <a:spcBef>
                <a:spcPts val="0"/>
              </a:spcBef>
              <a:spcAft>
                <a:spcPts val="0"/>
              </a:spcAft>
              <a:buClr>
                <a:schemeClr val="dk1"/>
              </a:buClr>
              <a:buSzPts val="1200"/>
              <a:buFont typeface="Average"/>
              <a:buNone/>
            </a:pPr>
            <a:r>
              <a:rPr b="0" i="0" lang="en" sz="1200" u="none" cap="none" strike="noStrike">
                <a:solidFill>
                  <a:schemeClr val="dk1"/>
                </a:solidFill>
                <a:latin typeface="Average"/>
                <a:ea typeface="Average"/>
                <a:cs typeface="Average"/>
                <a:sym typeface="Average"/>
              </a:rPr>
              <a:t>even cause the tympanic membrane to rupture</a:t>
            </a:r>
            <a:endParaRPr/>
          </a:p>
        </p:txBody>
      </p:sp>
      <p:sp>
        <p:nvSpPr>
          <p:cNvPr id="466" name="Google Shape;466;p41"/>
          <p:cNvSpPr txBox="1"/>
          <p:nvPr/>
        </p:nvSpPr>
        <p:spPr>
          <a:xfrm>
            <a:off x="5177525" y="3726625"/>
            <a:ext cx="2824500" cy="34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u="sng">
                <a:solidFill>
                  <a:schemeClr val="hlink"/>
                </a:solidFill>
                <a:hlinkClick r:id="rId4"/>
              </a:rPr>
              <a:t>https://bottomlineinc.com/health/hearing-aids/soundbite-hearing-aid-worn-inside-the-mouth</a:t>
            </a:r>
            <a:r>
              <a:rPr lang="en" sz="1000"/>
              <a:t> </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stin">
  <a:themeElements>
    <a:clrScheme name="Custom 16">
      <a:dk1>
        <a:srgbClr val="000000"/>
      </a:dk1>
      <a:lt1>
        <a:srgbClr val="FFFFFF"/>
      </a:lt1>
      <a:dk2>
        <a:srgbClr val="676A73"/>
      </a:dk2>
      <a:lt2>
        <a:srgbClr val="676A73"/>
      </a:lt2>
      <a:accent1>
        <a:srgbClr val="4D4F55"/>
      </a:accent1>
      <a:accent2>
        <a:srgbClr val="87FFB8"/>
      </a:accent2>
      <a:accent3>
        <a:srgbClr val="87FFB8"/>
      </a:accent3>
      <a:accent4>
        <a:srgbClr val="87FFB8"/>
      </a:accent4>
      <a:accent5>
        <a:srgbClr val="87FFB8"/>
      </a:accent5>
      <a:accent6>
        <a:srgbClr val="87FFB8"/>
      </a:accent6>
      <a:hlink>
        <a:srgbClr val="26272A"/>
      </a:hlink>
      <a:folHlink>
        <a:srgbClr val="26272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